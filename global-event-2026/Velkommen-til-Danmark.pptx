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“Velkommen til Danmark” means “Welcome to Denmark”. We have about 20 minutes: what’s helpful to know about Danes, the challenges, the surprises, how to find your footing, and then your questions. Keep it relaxed, this is students talking to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I’m Oskar, 24, doing my master’s at CBS and VP of ISA. My one word for Denmark is Carlsberg, because it’s probably the best in the world. Then August introduces himself: 23, bachelor student at CBS, and his one word is “helpful”. Then: today we’ll share what’s helpful to know, what’s hard, what surprises people, and how to find your footing.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relatable warm-up. Read a couple of the lines out loud. The point: everyone goes through the same things in their first weeks. The clocks went back on Sunday 25 October, so the evenings just got a lot darker.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overview. You can click a card to jump to that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Directness: feedback like “I don’t think that works” is about the work, not about you. Flat hierarchy: first names for teachers, everyone’s opinion counts. Punctuality: being late to a group meeting gets noticed. Janteloven: don’t show off about money or grades. 12 is the top grade on the Danish scale, so “it went okay” can mean you aced it. Add one personal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the sun: on the shortest day it rises around 08:37 and sets around 15:38. Many internationals find November–February the hardest months. Hygge is how Danes cope: small cosy gatherings, candles, coffee and cake. Tips: get outside in daylight, take vitamin D, stay active, accept invitations. A good rain jacket beats an umbrella because the wind destroys umbrellas.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August presents this slide. Say each word and let the room guess the meaning before you flip. Press → to flip all cards, or click single cards. Skål: when Danes toast, you look each person in the eyes. “Tak for mad” after dinner at someone’s home is a must. “Pyt” is what you say when the bus leaves without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August presents this slide. The four big ones. On Danish friends: many Danes have had the same friend group since school, so they aren’t cold, just busy. You meet them through shared activities (student organisations, sports, Friday bars) more than through small talk. Then the reassurance: almost everyone hits at least one of these, and it gets easier.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August presents this slide. Housing is the number-one stress. S.dk and Kollegiernes Kontor are the two big portals for dorms (kollegier). findbolig.nu runs waiting lists, so sign up early because seniority counts. BoligPortal costs money but has many private listings. Facebook groups are fast but full of scams. Press → to reveal the red flags one by one, then the stamp. Never pay before you’ve seen the place and signed a contract. Danish law caps the deposit at 3 months’ rent (plus up to 3 months prepaid rent). Tell how you found your place, or how people usually find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the CPR number (International House or your municipality) comes first. With it you get the yellow health card with your own GP, and healthcare is free. MitID is the digital ID for almost everything. NemKonto is the account the state and employers pay into. Digital Post is where official letters arrive; missing them can mean fines. Then the quote: the CPR, bank, address loop is something almost everyone hits. It does get sorted, it just takes patience.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one surprised you most? Pant: the label on cans and bottles shows the deposit (A = 1 kr, B = 1.50 kr, C = 3 kr); return them in the machines at the supermarket. Add your own biggest surprise.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August presents this slide. Biking is how Copenhagen moves, and Danish cyclists are fast and strict. Hand up = stopping, arm out = turning. Lights after dark are required and the police do give fines. Slow riders keep right. Never stop suddenly in the bike lane. Bike theft is common, so always lock it. Second-hand: DBA.dk or Facebook Marketplace. Swapfiets is a monthly bike subscription if you want zero hassle.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five quickly, then give them the challenge: pick one and do it before next Friday. Danes usually make friends through shared activities: student organisations, sports clubs, volunteering, Friday bars. Showing up again and again is the trick.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 a student organisation, or create one. I created CBS AI, a student organisation for people curious about AI and business. There are already lots of organisations at CBS, like CBS Chess, CBS Extreme Sports and CBS Vikings. But if your thing isn’t there yet, whether it’s basketball, wine, beer, coffee, hiking or running, you can start it yourself. It’s one of the best ways to find your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get a student job in Denmark. LinkedIn is a great way to find opportunities. CBS runs career events on campus, like the Career Fair, the Consulting event, the Graduate event and career seminars, where you can talk to people from the companies. At the career day you can get a professional LinkedIn photo taken and get help with your CV. CBS also has its own job portal, CareerGate, with jobs only for CBS students. Scan the QR code to read more on the CBS student job and career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Mio Pizza on Falkoner Allé 17, a short walk from Solbjerg Plads, is a CBS favourite: simple stone-oven pizzas around 49–59 kr (last reported price), ready in a couple of minutes, no delivery. Groceries: Netto, Lidl and Rema 1000 are the budget chains. Too Good To Go sells leftover food cheaply at the end of the day. Add your own favourite cheap spot.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Café Nexus at Solbjerg Plads is CBS’s student bar with Friday bars; many study programmes run their own Friday bars too. Bodegas are traditional Danish pubs. Studenterhuset is a student-run café and bar with concerts and language cafés. The Black Diamond is a great study spot on the harbour. Also: Frederiksberg Have right next to CBS. Add your own favourite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little bonus: my personal favourites, roughly in the order of a perfect night out. Bouillon on Solbjergvej is a French bistro near Frederiksberg Station, very good and not expensive. ÅBEN is a brewery bar in Kødbyen. Det Hvide Lam at Kultorvet is a tiny bodega with live jazz. Det Elektriske Hjørne on Store Regnegade is a classic café bar whose bar was designed by Finn Juhl for Hotel d’Angleterre in 1947. Farfars Bodega on Skindergade has football and a dance floor in the basement (level −1). Ølhaven at Gothersgade 8L is a courtyard beer garden with a big wall of taps. Bodega Danza in Kødbyen is where the night ends. Add a line about why each one is your favourite. Click a card to jump to its slide, or press → to go through them one by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Bouillon: A Parisian-style bouillon: French classics like onion soup, steak frites and crème brûlée, at prices meant for everyone. Practically next door to CBS.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ÅBEN: Brewery bar where the beer is brewed right on site. A good first stop before Kødbyen wakes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Hvide Lam: A tiny old-school bodega with live jazz. Squeeze in, order a beer and stay a while.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 Elektriske Hjørne: A classic café bar with a design story: Finn Juhl drew the bar in 1947 for Hotel d’Angleterre, and it moved here in 1982.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Farfars Bodega: Bodega vibes, football on the screens and a dance floor in the basement (level −1). Easy to stay longer than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Ølhaven (“the beer garden”) at Gothersgade 8L: A beer garden tucked into a courtyard off Gothersgade, with a wall of 20+ taps under an old timber-framed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Bodega Danza: The last stop. When the night isn’t over yet, end it on the dance floor in Kødbyen.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Something to look forward to in the dark months. J-Dag is the first Friday of November, this year Friday 6 November: Tuborg’s Christmas beer is released at 20:59 and bars get very busy. Tivoli opens its Christmas season around mid-November. If classmates invite you to a julefrokost, go! Danes celebrate Christmas on the evening of the 24th. On New Year’s Eve people watch the King’s speech, eat kransekage, and jump into the new year from a chair. Not going home for Christmas? Ask around, many people invite others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message: you don’t have to figure Denmark out alone. ISA is a group of current international students who volunteer to plan events through the whole year and help newcomers settle in. Come to our events, bring a friend, or come alone and leave with new ones. Questions any time: isa@cbs.dk find “CBS International Student Ambassadors” on Facebook, and follow us on Instagram @cbs.isa. Mention any upcoming ISA event dates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If it’s quiet, pick one of the example questions and answer it yourselves to get things going. End by thanking everyone and pointing them to the quiz, games and the Danish dinner. “Velbekomme” is what Danes say when serving food, roughly “enjoy your meal”.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5" Type="http://schemas.openxmlformats.org/officeDocument/2006/relationships/image" Target="../media/image-1-5.jpg"/><Relationship Id="rId6" Type="http://schemas.openxmlformats.org/officeDocument/2006/relationships/image" Target="../media/image-1-6.jpg"/><Relationship Id="rId7" Type="http://schemas.openxmlformats.org/officeDocument/2006/relationships/image" Target="../media/image-1-7.jpg"/><Relationship Id="rId8" Type="http://schemas.openxmlformats.org/officeDocument/2006/relationships/slideLayout" Target="../slideLayouts/slideLayout1.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jpg"/><Relationship Id="rId3" Type="http://schemas.openxmlformats.org/officeDocument/2006/relationships/image" Target="../media/image-2-3.jpg"/><Relationship Id="rId4" Type="http://schemas.openxmlformats.org/officeDocument/2006/relationships/image" Target="../media/image-2-4.jp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3-4.jpg"/><Relationship Id="rId5" Type="http://schemas.openxmlformats.org/officeDocument/2006/relationships/image" Target="../media/image-3-5.jpg"/><Relationship Id="rId6" Type="http://schemas.openxmlformats.org/officeDocument/2006/relationships/image" Target="../media/image-3-6.jpg"/><Relationship Id="rId7" Type="http://schemas.openxmlformats.org/officeDocument/2006/relationships/image" Target="../media/image-3-7.jp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image" Target="../media/image-4-5.jpg"/><Relationship Id="rId6" Type="http://schemas.openxmlformats.org/officeDocument/2006/relationships/image" Target="../media/image-4-6.jpg"/><Relationship Id="rId7" Type="http://schemas.openxmlformats.org/officeDocument/2006/relationships/image" Target="../media/image-4-7.jp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image" Target="../media/image-5-5.jpg"/><Relationship Id="rId6" Type="http://schemas.openxmlformats.org/officeDocument/2006/relationships/image" Target="../media/image-5-6.jp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image" Target="../media/image-6-4.jpg"/><Relationship Id="rId5" Type="http://schemas.openxmlformats.org/officeDocument/2006/relationships/image" Target="../media/image-6-5.jpg"/><Relationship Id="rId6" Type="http://schemas.openxmlformats.org/officeDocument/2006/relationships/image" Target="../media/image-6-6.jpg"/><Relationship Id="rId7" Type="http://schemas.openxmlformats.org/officeDocument/2006/relationships/image" Target="../media/image-6-7.jp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jpg"/><Relationship Id="rId3" Type="http://schemas.openxmlformats.org/officeDocument/2006/relationships/image" Target="../media/image-7-3.jpg"/><Relationship Id="rId4" Type="http://schemas.openxmlformats.org/officeDocument/2006/relationships/image" Target="../media/image-7-4.jpg"/><Relationship Id="rId5" Type="http://schemas.openxmlformats.org/officeDocument/2006/relationships/image" Target="../media/image-7-5.jpg"/><Relationship Id="rId6" Type="http://schemas.openxmlformats.org/officeDocument/2006/relationships/image" Target="../media/image-7-6.jpg"/><Relationship Id="rId7" Type="http://schemas.openxmlformats.org/officeDocument/2006/relationships/image" Target="../media/image-7-7.jpg"/><Relationship Id="rId8" Type="http://schemas.openxmlformats.org/officeDocument/2006/relationships/image" Target="../media/image-7-8.jpg"/><Relationship Id="rId9" Type="http://schemas.openxmlformats.org/officeDocument/2006/relationships/image" Target="../media/image-7-9.jpg"/><Relationship Id="rId10" Type="http://schemas.openxmlformats.org/officeDocument/2006/relationships/image" Target="../media/image-7-10.jpg"/><Relationship Id="rId11" Type="http://schemas.openxmlformats.org/officeDocument/2006/relationships/image" Target="../media/image-7-11.jpg"/><Relationship Id="rId12" Type="http://schemas.openxmlformats.org/officeDocument/2006/relationships/image" Target="../media/image-7-12.jpg"/><Relationship Id="rId13" Type="http://schemas.openxmlformats.org/officeDocument/2006/relationships/image" Target="../media/image-7-13.jpg"/><Relationship Id="rId14" Type="http://schemas.openxmlformats.org/officeDocument/2006/relationships/image" Target="../media/image-7-14.jpg"/><Relationship Id="rId15" Type="http://schemas.openxmlformats.org/officeDocument/2006/relationships/image" Target="../media/image-7-15.jpg"/><Relationship Id="rId16" Type="http://schemas.openxmlformats.org/officeDocument/2006/relationships/image" Target="../media/image-7-16.jpg"/><Relationship Id="rId17" Type="http://schemas.openxmlformats.org/officeDocument/2006/relationships/image" Target="../media/image-7-17.jpg"/><Relationship Id="rId18" Type="http://schemas.openxmlformats.org/officeDocument/2006/relationships/image" Target="../media/image-7-18.jpg"/><Relationship Id="rId19" Type="http://schemas.openxmlformats.org/officeDocument/2006/relationships/image" Target="../media/image-7-19.jpg"/><Relationship Id="rId20" Type="http://schemas.openxmlformats.org/officeDocument/2006/relationships/slideLayout" Target="../slideLayouts/slideLayout1.xml"/><Relationship Id="rId2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image" Target="../media/image-8-5.jpg"/><Relationship Id="rId6" Type="http://schemas.openxmlformats.org/officeDocument/2006/relationships/image" Target="../media/image-8-6.jpg"/><Relationship Id="rId7" Type="http://schemas.openxmlformats.org/officeDocument/2006/relationships/image" Target="../media/image-8-7.jp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jpg"/><Relationship Id="rId3" Type="http://schemas.openxmlformats.org/officeDocument/2006/relationships/image" Target="../media/image-9-3.jpg"/><Relationship Id="rId4" Type="http://schemas.openxmlformats.org/officeDocument/2006/relationships/image" Target="../media/image-9-4.jpg"/><Relationship Id="rId5" Type="http://schemas.openxmlformats.org/officeDocument/2006/relationships/image" Target="../media/image-9-5.jpg"/><Relationship Id="rId6" Type="http://schemas.openxmlformats.org/officeDocument/2006/relationships/image" Target="../media/image-9-6.jpg"/><Relationship Id="rId7" Type="http://schemas.openxmlformats.org/officeDocument/2006/relationships/image" Target="../media/image-9-7.jpg"/><Relationship Id="rId8" Type="http://schemas.openxmlformats.org/officeDocument/2006/relationships/image" Target="../media/image-9-8.jpg"/><Relationship Id="rId9" Type="http://schemas.openxmlformats.org/officeDocument/2006/relationships/image" Target="../media/image-9-9.jpg"/><Relationship Id="rId10" Type="http://schemas.openxmlformats.org/officeDocument/2006/relationships/slideLayout" Target="../slideLayouts/slideLayout1.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image" Target="../media/image-10-5.jpg"/><Relationship Id="rId6" Type="http://schemas.openxmlformats.org/officeDocument/2006/relationships/image" Target="../media/image-10-6.jpg"/><Relationship Id="rId7" Type="http://schemas.openxmlformats.org/officeDocument/2006/relationships/image" Target="../media/image-10-7.jpg"/><Relationship Id="rId8" Type="http://schemas.openxmlformats.org/officeDocument/2006/relationships/image" Target="../media/image-10-8.jpg"/><Relationship Id="rId9" Type="http://schemas.openxmlformats.org/officeDocument/2006/relationships/image" Target="../media/image-10-9.jpg"/><Relationship Id="rId10" Type="http://schemas.openxmlformats.org/officeDocument/2006/relationships/slideLayout" Target="../slideLayouts/slideLayout1.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jpg"/><Relationship Id="rId3" Type="http://schemas.openxmlformats.org/officeDocument/2006/relationships/image" Target="../media/image-11-3.jpg"/><Relationship Id="rId4" Type="http://schemas.openxmlformats.org/officeDocument/2006/relationships/image" Target="../media/image-11-4.jpg"/><Relationship Id="rId5" Type="http://schemas.openxmlformats.org/officeDocument/2006/relationships/image" Target="../media/image-11-5.jpg"/><Relationship Id="rId6" Type="http://schemas.openxmlformats.org/officeDocument/2006/relationships/image" Target="../media/image-11-6.jpg"/><Relationship Id="rId7" Type="http://schemas.openxmlformats.org/officeDocument/2006/relationships/image" Target="../media/image-11-7.jp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image" Target="../media/image-12-5.jpg"/><Relationship Id="rId6" Type="http://schemas.openxmlformats.org/officeDocument/2006/relationships/image" Target="../media/image-12-6.jpg"/><Relationship Id="rId7" Type="http://schemas.openxmlformats.org/officeDocument/2006/relationships/image" Target="../media/image-12-7.jpg"/><Relationship Id="rId8" Type="http://schemas.openxmlformats.org/officeDocument/2006/relationships/image" Target="../media/image-12-8.jp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slideLayout" Target="../slideLayouts/slideLayout1.xml"/><Relationship Id="rId1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jpg"/><Relationship Id="rId3" Type="http://schemas.openxmlformats.org/officeDocument/2006/relationships/image" Target="../media/image-13-3.jpg"/><Relationship Id="rId4" Type="http://schemas.openxmlformats.org/officeDocument/2006/relationships/image" Target="../media/image-13-4.jpg"/><Relationship Id="rId5" Type="http://schemas.openxmlformats.org/officeDocument/2006/relationships/image" Target="../media/image-13-5.jpg"/><Relationship Id="rId6" Type="http://schemas.openxmlformats.org/officeDocument/2006/relationships/image" Target="../media/image-13-6.jpg"/><Relationship Id="rId7" Type="http://schemas.openxmlformats.org/officeDocument/2006/relationships/image" Target="../media/image-13-7.jpg"/><Relationship Id="rId8" Type="http://schemas.openxmlformats.org/officeDocument/2006/relationships/image" Target="../media/image-13-8.jp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jpg"/><Relationship Id="rId3" Type="http://schemas.openxmlformats.org/officeDocument/2006/relationships/image" Target="../media/image-14-3.jpg"/><Relationship Id="rId4" Type="http://schemas.openxmlformats.org/officeDocument/2006/relationships/image" Target="../media/image-14-4.jpg"/><Relationship Id="rId5" Type="http://schemas.openxmlformats.org/officeDocument/2006/relationships/image" Target="../media/image-14-5.jpg"/><Relationship Id="rId6" Type="http://schemas.openxmlformats.org/officeDocument/2006/relationships/image" Target="../media/image-14-6.jpg"/><Relationship Id="rId7" Type="http://schemas.openxmlformats.org/officeDocument/2006/relationships/image" Target="../media/image-14-7.jpg"/><Relationship Id="rId8" Type="http://schemas.openxmlformats.org/officeDocument/2006/relationships/image" Target="../media/image-14-8.jpg"/><Relationship Id="rId9" Type="http://schemas.openxmlformats.org/officeDocument/2006/relationships/image" Target="../media/image-14-9.jpg"/><Relationship Id="rId10" Type="http://schemas.openxmlformats.org/officeDocument/2006/relationships/image" Target="../media/image-14-10.jpg"/><Relationship Id="rId11" Type="http://schemas.openxmlformats.org/officeDocument/2006/relationships/image" Target="../media/image-14-11.jpg"/><Relationship Id="rId12" Type="http://schemas.openxmlformats.org/officeDocument/2006/relationships/image" Target="../media/image-14-12.jpg"/><Relationship Id="rId13" Type="http://schemas.openxmlformats.org/officeDocument/2006/relationships/image" Target="../media/image-14-13.jpg"/><Relationship Id="rId14" Type="http://schemas.openxmlformats.org/officeDocument/2006/relationships/image" Target="../media/image-14-14.jpg"/><Relationship Id="rId15" Type="http://schemas.openxmlformats.org/officeDocument/2006/relationships/image" Target="../media/image-14-15.jpg"/><Relationship Id="rId16" Type="http://schemas.openxmlformats.org/officeDocument/2006/relationships/image" Target="../media/image-14-16.jpg"/><Relationship Id="rId17" Type="http://schemas.openxmlformats.org/officeDocument/2006/relationships/slideLayout" Target="../slideLayouts/slideLayout1.xml"/><Relationship Id="rId1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image" Target="../media/image-15-4.jpg"/><Relationship Id="rId5" Type="http://schemas.openxmlformats.org/officeDocument/2006/relationships/image" Target="../media/image-15-5.jpg"/><Relationship Id="rId6" Type="http://schemas.openxmlformats.org/officeDocument/2006/relationships/image" Target="../media/image-15-6.jpg"/><Relationship Id="rId7" Type="http://schemas.openxmlformats.org/officeDocument/2006/relationships/image" Target="../media/image-15-7.jpg"/><Relationship Id="rId8" Type="http://schemas.openxmlformats.org/officeDocument/2006/relationships/image" Target="../media/image-15-8.jpg"/><Relationship Id="rId9" Type="http://schemas.openxmlformats.org/officeDocument/2006/relationships/slideLayout" Target="../slideLayouts/slideLayout1.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jpg"/><Relationship Id="rId3" Type="http://schemas.openxmlformats.org/officeDocument/2006/relationships/image" Target="../media/image-16-3.jpg"/><Relationship Id="rId4" Type="http://schemas.openxmlformats.org/officeDocument/2006/relationships/image" Target="../media/image-16-4.jp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jpg"/><Relationship Id="rId3" Type="http://schemas.openxmlformats.org/officeDocument/2006/relationships/image" Target="../media/image-17-3.jpg"/><Relationship Id="rId4" Type="http://schemas.openxmlformats.org/officeDocument/2006/relationships/image" Target="../media/image-17-4.jpg"/><Relationship Id="rId5" Type="http://schemas.openxmlformats.org/officeDocument/2006/relationships/image" Target="../media/image-17-5.jp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jpg"/><Relationship Id="rId3" Type="http://schemas.openxmlformats.org/officeDocument/2006/relationships/image" Target="../media/image-18-3.jpg"/><Relationship Id="rId4" Type="http://schemas.openxmlformats.org/officeDocument/2006/relationships/image" Target="../media/image-18-4.jpg"/><Relationship Id="rId5" Type="http://schemas.openxmlformats.org/officeDocument/2006/relationships/image" Target="../media/image-18-5.jpg"/><Relationship Id="rId6" Type="http://schemas.openxmlformats.org/officeDocument/2006/relationships/image" Target="../media/image-18-6.jpg"/><Relationship Id="rId7" Type="http://schemas.openxmlformats.org/officeDocument/2006/relationships/image" Target="../media/image-18-7.jpg"/><Relationship Id="rId8" Type="http://schemas.openxmlformats.org/officeDocument/2006/relationships/image" Target="../media/image-18-8.jpg"/><Relationship Id="rId9" Type="http://schemas.openxmlformats.org/officeDocument/2006/relationships/image" Target="../media/image-18-9.jpg"/><Relationship Id="rId10" Type="http://schemas.openxmlformats.org/officeDocument/2006/relationships/image" Target="../media/image-18-10.jpg"/><Relationship Id="rId11" Type="http://schemas.openxmlformats.org/officeDocument/2006/relationships/image" Target="../media/image-18-11.jpg"/><Relationship Id="rId12" Type="http://schemas.openxmlformats.org/officeDocument/2006/relationships/slideLayout" Target="../slideLayouts/slideLayout1.xml"/><Relationship Id="rId1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jpeg"/><Relationship Id="rId2" Type="http://schemas.openxmlformats.org/officeDocument/2006/relationships/image" Target="../media/image-19-2.jpg"/><Relationship Id="rId3" Type="http://schemas.openxmlformats.org/officeDocument/2006/relationships/image" Target="../media/image-19-3.jpg"/><Relationship Id="rId4" Type="http://schemas.openxmlformats.org/officeDocument/2006/relationships/image" Target="../media/image-19-4.jpg"/><Relationship Id="rId5" Type="http://schemas.openxmlformats.org/officeDocument/2006/relationships/image" Target="../media/image-19-5.jpg"/><Relationship Id="rId6" Type="http://schemas.openxmlformats.org/officeDocument/2006/relationships/image" Target="../media/image-19-6.jpg"/><Relationship Id="rId7" Type="http://schemas.openxmlformats.org/officeDocument/2006/relationships/image" Target="../media/image-19-7.jpg"/><Relationship Id="rId8" Type="http://schemas.openxmlformats.org/officeDocument/2006/relationships/slideLayout" Target="../slideLayouts/slideLayout1.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jpeg"/><Relationship Id="rId2" Type="http://schemas.openxmlformats.org/officeDocument/2006/relationships/image" Target="../media/image-20-2.jpg"/><Relationship Id="rId3" Type="http://schemas.openxmlformats.org/officeDocument/2006/relationships/image" Target="../media/image-20-3.jpg"/><Relationship Id="rId4" Type="http://schemas.openxmlformats.org/officeDocument/2006/relationships/image" Target="../media/image-20-4.jpg"/><Relationship Id="rId5" Type="http://schemas.openxmlformats.org/officeDocument/2006/relationships/image" Target="../media/image-20-5.jpg"/><Relationship Id="rId6" Type="http://schemas.openxmlformats.org/officeDocument/2006/relationships/image" Target="../media/image-20-6.jpg"/><Relationship Id="rId7" Type="http://schemas.openxmlformats.org/officeDocument/2006/relationships/image" Target="../media/image-20-7.jpg"/><Relationship Id="rId8" Type="http://schemas.openxmlformats.org/officeDocument/2006/relationships/slideLayout" Target="../slideLayouts/slideLayout1.xml"/><Relationship Id="rId9"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jpeg"/><Relationship Id="rId2" Type="http://schemas.openxmlformats.org/officeDocument/2006/relationships/image" Target="../media/image-21-2.jpg"/><Relationship Id="rId3" Type="http://schemas.openxmlformats.org/officeDocument/2006/relationships/image" Target="../media/image-21-3.jpg"/><Relationship Id="rId4" Type="http://schemas.openxmlformats.org/officeDocument/2006/relationships/image" Target="../media/image-21-4.jpg"/><Relationship Id="rId5" Type="http://schemas.openxmlformats.org/officeDocument/2006/relationships/image" Target="../media/image-21-5.jpg"/><Relationship Id="rId6" Type="http://schemas.openxmlformats.org/officeDocument/2006/relationships/image" Target="../media/image-21-6.jpg"/><Relationship Id="rId7" Type="http://schemas.openxmlformats.org/officeDocument/2006/relationships/image" Target="../media/image-21-7.jpg"/><Relationship Id="rId8" Type="http://schemas.openxmlformats.org/officeDocument/2006/relationships/image" Target="../media/image-21-8.jpg"/><Relationship Id="rId9" Type="http://schemas.openxmlformats.org/officeDocument/2006/relationships/slideLayout" Target="../slideLayouts/slideLayout1.xml"/><Relationship Id="rId10"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jpeg"/><Relationship Id="rId2" Type="http://schemas.openxmlformats.org/officeDocument/2006/relationships/image" Target="../media/image-22-2.jpg"/><Relationship Id="rId3" Type="http://schemas.openxmlformats.org/officeDocument/2006/relationships/image" Target="../media/image-22-3.jpg"/><Relationship Id="rId4" Type="http://schemas.openxmlformats.org/officeDocument/2006/relationships/image" Target="../media/image-22-4.jpg"/><Relationship Id="rId5" Type="http://schemas.openxmlformats.org/officeDocument/2006/relationships/image" Target="../media/image-22-5.jpg"/><Relationship Id="rId6" Type="http://schemas.openxmlformats.org/officeDocument/2006/relationships/image" Target="../media/image-22-6.jpg"/><Relationship Id="rId7" Type="http://schemas.openxmlformats.org/officeDocument/2006/relationships/image" Target="../media/image-22-7.jpg"/><Relationship Id="rId8" Type="http://schemas.openxmlformats.org/officeDocument/2006/relationships/image" Target="../media/image-22-8.jpg"/><Relationship Id="rId9" Type="http://schemas.openxmlformats.org/officeDocument/2006/relationships/image" Target="../media/image-22-9.jpg"/><Relationship Id="rId10" Type="http://schemas.openxmlformats.org/officeDocument/2006/relationships/slideLayout" Target="../slideLayouts/slideLayout1.xml"/><Relationship Id="rId11"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jpeg"/><Relationship Id="rId2" Type="http://schemas.openxmlformats.org/officeDocument/2006/relationships/image" Target="../media/image-23-2.jpg"/><Relationship Id="rId3" Type="http://schemas.openxmlformats.org/officeDocument/2006/relationships/image" Target="../media/image-23-3.jpg"/><Relationship Id="rId4" Type="http://schemas.openxmlformats.org/officeDocument/2006/relationships/image" Target="../media/image-23-4.jpg"/><Relationship Id="rId5" Type="http://schemas.openxmlformats.org/officeDocument/2006/relationships/image" Target="../media/image-23-5.jpg"/><Relationship Id="rId6" Type="http://schemas.openxmlformats.org/officeDocument/2006/relationships/image" Target="../media/image-23-6.jpg"/><Relationship Id="rId7" Type="http://schemas.openxmlformats.org/officeDocument/2006/relationships/image" Target="../media/image-23-7.jpg"/><Relationship Id="rId8" Type="http://schemas.openxmlformats.org/officeDocument/2006/relationships/slideLayout" Target="../slideLayouts/slideLayout1.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jpeg"/><Relationship Id="rId2" Type="http://schemas.openxmlformats.org/officeDocument/2006/relationships/image" Target="../media/image-24-2.jpg"/><Relationship Id="rId3" Type="http://schemas.openxmlformats.org/officeDocument/2006/relationships/image" Target="../media/image-24-3.jpg"/><Relationship Id="rId4" Type="http://schemas.openxmlformats.org/officeDocument/2006/relationships/image" Target="../media/image-24-4.jpg"/><Relationship Id="rId5" Type="http://schemas.openxmlformats.org/officeDocument/2006/relationships/image" Target="../media/image-24-5.jpg"/><Relationship Id="rId6" Type="http://schemas.openxmlformats.org/officeDocument/2006/relationships/image" Target="../media/image-24-6.jpg"/><Relationship Id="rId7" Type="http://schemas.openxmlformats.org/officeDocument/2006/relationships/image" Target="../media/image-24-7.jpg"/><Relationship Id="rId8" Type="http://schemas.openxmlformats.org/officeDocument/2006/relationships/slideLayout" Target="../slideLayouts/slideLayout1.xml"/><Relationship Id="rId9"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jpeg"/><Relationship Id="rId2" Type="http://schemas.openxmlformats.org/officeDocument/2006/relationships/image" Target="../media/image-25-2.jpg"/><Relationship Id="rId3" Type="http://schemas.openxmlformats.org/officeDocument/2006/relationships/image" Target="../media/image-25-3.jpg"/><Relationship Id="rId4" Type="http://schemas.openxmlformats.org/officeDocument/2006/relationships/image" Target="../media/image-25-4.jpg"/><Relationship Id="rId5" Type="http://schemas.openxmlformats.org/officeDocument/2006/relationships/image" Target="../media/image-25-5.jpg"/><Relationship Id="rId6" Type="http://schemas.openxmlformats.org/officeDocument/2006/relationships/image" Target="../media/image-25-6.jpg"/><Relationship Id="rId7" Type="http://schemas.openxmlformats.org/officeDocument/2006/relationships/image" Target="../media/image-25-7.jp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jpeg"/><Relationship Id="rId2" Type="http://schemas.openxmlformats.org/officeDocument/2006/relationships/image" Target="../media/image-26-2.jpg"/><Relationship Id="rId3" Type="http://schemas.openxmlformats.org/officeDocument/2006/relationships/image" Target="../media/image-26-3.jpg"/><Relationship Id="rId4" Type="http://schemas.openxmlformats.org/officeDocument/2006/relationships/image" Target="../media/image-26-4.jpg"/><Relationship Id="rId5" Type="http://schemas.openxmlformats.org/officeDocument/2006/relationships/image" Target="../media/image-26-5.jpg"/><Relationship Id="rId6" Type="http://schemas.openxmlformats.org/officeDocument/2006/relationships/image" Target="../media/image-26-6.jpg"/><Relationship Id="rId7" Type="http://schemas.openxmlformats.org/officeDocument/2006/relationships/image" Target="../media/image-26-7.jpg"/><Relationship Id="rId8" Type="http://schemas.openxmlformats.org/officeDocument/2006/relationships/image" Target="../media/image-26-8.jpg"/><Relationship Id="rId9" Type="http://schemas.openxmlformats.org/officeDocument/2006/relationships/slideLayout" Target="../slideLayouts/slideLayout1.xml"/><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jpeg"/><Relationship Id="rId2" Type="http://schemas.openxmlformats.org/officeDocument/2006/relationships/image" Target="../media/image-27-2.jpg"/><Relationship Id="rId3" Type="http://schemas.openxmlformats.org/officeDocument/2006/relationships/image" Target="../media/image-27-3.jpg"/><Relationship Id="rId4" Type="http://schemas.openxmlformats.org/officeDocument/2006/relationships/image" Target="../media/image-27-4.jpg"/><Relationship Id="rId5" Type="http://schemas.openxmlformats.org/officeDocument/2006/relationships/image" Target="../media/image-27-5.jpg"/><Relationship Id="rId6" Type="http://schemas.openxmlformats.org/officeDocument/2006/relationships/image" Target="../media/image-27-6.jpg"/><Relationship Id="rId7" Type="http://schemas.openxmlformats.org/officeDocument/2006/relationships/slideLayout" Target="../slideLayouts/slideLayout1.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jpeg"/><Relationship Id="rId2" Type="http://schemas.openxmlformats.org/officeDocument/2006/relationships/image" Target="../media/image-28-2.jpg"/><Relationship Id="rId3" Type="http://schemas.openxmlformats.org/officeDocument/2006/relationships/image" Target="../media/image-28-3.jpg"/><Relationship Id="rId4" Type="http://schemas.openxmlformats.org/officeDocument/2006/relationships/image" Target="../media/image-28-4.jpg"/><Relationship Id="rId5" Type="http://schemas.openxmlformats.org/officeDocument/2006/relationships/image" Target="../media/image-28-5.jpg"/><Relationship Id="rId6" Type="http://schemas.openxmlformats.org/officeDocument/2006/relationships/image" Target="../media/image-28-6.jpg"/><Relationship Id="rId7" Type="http://schemas.openxmlformats.org/officeDocument/2006/relationships/image" Target="../media/image-28-7.jpg"/><Relationship Id="rId8" Type="http://schemas.openxmlformats.org/officeDocument/2006/relationships/image" Target="../media/image-28-8.jpg"/><Relationship Id="rId9" Type="http://schemas.openxmlformats.org/officeDocument/2006/relationships/image" Target="../media/image-28-9.jpg"/><Relationship Id="rId10" Type="http://schemas.openxmlformats.org/officeDocument/2006/relationships/image" Target="../media/image-28-10.jpg"/><Relationship Id="rId11" Type="http://schemas.openxmlformats.org/officeDocument/2006/relationships/image" Target="../media/image-28-11.jpg"/><Relationship Id="rId12" Type="http://schemas.openxmlformats.org/officeDocument/2006/relationships/image" Target="../media/image-28-12.jpg"/><Relationship Id="rId13" Type="http://schemas.openxmlformats.org/officeDocument/2006/relationships/image" Target="../media/image-28-13.jpg"/><Relationship Id="rId14" Type="http://schemas.openxmlformats.org/officeDocument/2006/relationships/image" Target="../media/image-28-14.jpg"/><Relationship Id="rId15" Type="http://schemas.openxmlformats.org/officeDocument/2006/relationships/image" Target="../media/image-28-15.jpg"/><Relationship Id="rId16" Type="http://schemas.openxmlformats.org/officeDocument/2006/relationships/image" Target="../media/image-28-16.jpg"/><Relationship Id="rId17" Type="http://schemas.openxmlformats.org/officeDocument/2006/relationships/slideLayout" Target="../slideLayouts/slideLayout1.xml"/><Relationship Id="rId18"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0" descr="flag-bar v">    </p:cNvPr>
          <p:cNvPicPr>
            <a:picLocks noChangeAspect="1"/>
          </p:cNvPicPr>
          <p:nvPr/>
        </p:nvPicPr>
        <p:blipFill>
          <a:blip r:embed="rId2"/>
          <a:stretch>
            <a:fillRect/>
          </a:stretch>
        </p:blipFill>
        <p:spPr>
          <a:xfrm>
            <a:off x="3955969" y="0"/>
            <a:ext cx="1314450" cy="6857817"/>
          </a:xfrm>
          <a:prstGeom prst="rect">
            <a:avLst/>
          </a:prstGeom>
        </p:spPr>
      </p:pic>
      <p:pic>
        <p:nvPicPr>
          <p:cNvPr id="3" name="L1" descr="flag-bar h">    </p:cNvPr>
          <p:cNvPicPr>
            <a:picLocks noChangeAspect="1"/>
          </p:cNvPicPr>
          <p:nvPr/>
        </p:nvPicPr>
        <p:blipFill>
          <a:blip r:embed="rId3"/>
          <a:stretch>
            <a:fillRect/>
          </a:stretch>
        </p:blipFill>
        <p:spPr>
          <a:xfrm>
            <a:off x="0" y="2939979"/>
            <a:ext cx="12191695" cy="977859"/>
          </a:xfrm>
          <a:prstGeom prst="rect">
            <a:avLst/>
          </a:prstGeom>
        </p:spPr>
      </p:pic>
      <p:pic>
        <p:nvPicPr>
          <p:cNvPr id="4" name="L2" descr="cover-meta rv">    </p:cNvPr>
          <p:cNvPicPr>
            <a:picLocks noChangeAspect="1"/>
          </p:cNvPicPr>
          <p:nvPr/>
        </p:nvPicPr>
        <p:blipFill>
          <a:blip r:embed="rId4"/>
          <a:stretch>
            <a:fillRect/>
          </a:stretch>
        </p:blipFill>
        <p:spPr>
          <a:xfrm>
            <a:off x="761970" y="698510"/>
            <a:ext cx="2793949" cy="692109"/>
          </a:xfrm>
          <a:prstGeom prst="rect">
            <a:avLst/>
          </a:prstGeom>
        </p:spPr>
      </p:pic>
      <p:pic>
        <p:nvPicPr>
          <p:cNvPr id="5" name="L3" descr="cover-isa rv">    </p:cNvPr>
          <p:cNvPicPr>
            <a:picLocks noChangeAspect="1"/>
          </p:cNvPicPr>
          <p:nvPr/>
        </p:nvPicPr>
        <p:blipFill>
          <a:blip r:embed="rId5"/>
          <a:stretch>
            <a:fillRect/>
          </a:stretch>
        </p:blipFill>
        <p:spPr>
          <a:xfrm>
            <a:off x="5714817" y="698510"/>
            <a:ext cx="4825837" cy="742950"/>
          </a:xfrm>
          <a:prstGeom prst="rect">
            <a:avLst/>
          </a:prstGeom>
        </p:spPr>
      </p:pic>
      <p:pic>
        <p:nvPicPr>
          <p:cNvPr id="6" name="L4" descr="rv">    </p:cNvPr>
          <p:cNvPicPr>
            <a:picLocks noChangeAspect="1"/>
          </p:cNvPicPr>
          <p:nvPr/>
        </p:nvPicPr>
        <p:blipFill>
          <a:blip r:embed="rId6"/>
          <a:stretch>
            <a:fillRect/>
          </a:stretch>
        </p:blipFill>
        <p:spPr>
          <a:xfrm>
            <a:off x="5714817" y="4267048"/>
            <a:ext cx="5778368" cy="1352489"/>
          </a:xfrm>
          <a:prstGeom prst="rect">
            <a:avLst/>
          </a:prstGeom>
        </p:spPr>
      </p:pic>
      <p:pic>
        <p:nvPicPr>
          <p:cNvPr id="7" name="L5" descr="rv">    </p:cNvPr>
          <p:cNvPicPr>
            <a:picLocks noChangeAspect="1"/>
          </p:cNvPicPr>
          <p:nvPr/>
        </p:nvPicPr>
        <p:blipFill>
          <a:blip r:embed="rId7"/>
          <a:stretch>
            <a:fillRect/>
          </a:stretch>
        </p:blipFill>
        <p:spPr>
          <a:xfrm>
            <a:off x="5714817" y="5765658"/>
            <a:ext cx="5206868" cy="507949"/>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29" fill="hold">
                      <p:stCondLst>
                        <p:cond delay="indefinite"/>
                        <p:cond evt="onBegin" delay="0">
                          <p:tn val="2"/>
                        </p:cond>
                      </p:stCondLst>
                      <p:childTnLst>
                        <p:par>
                          <p:cTn id="30" fill="hold">
                            <p:stCondLst>
                              <p:cond delay="0"/>
                            </p:stCondLst>
                            <p:childTnLst>
                              <p:par>
                                <p:cTn id="5" presetID="22" presetClass="entr" presetSubtype="1" fill="hold" nodeType="afterEffect">
                                  <p:stCondLst>
                                    <p:cond delay="150"/>
                                  </p:stCondLst>
                                  <p:childTnLst>
                                    <p:set>
                                      <p:cBhvr>
                                        <p:cTn id="3" dur="1" fill="hold">
                                          <p:stCondLst>
                                            <p:cond delay="0"/>
                                          </p:stCondLst>
                                        </p:cTn>
                                        <p:tgtEl>
                                          <p:spTgt spid="2"/>
                                        </p:tgtEl>
                                        <p:attrNameLst>
                                          <p:attrName>style.visibility</p:attrName>
                                        </p:attrNameLst>
                                      </p:cBhvr>
                                      <p:to>
                                        <p:strVal val="visible"/>
                                      </p:to>
                                    </p:set>
                                    <p:animEffect transition="in" filter="wipe(up)">
                                      <p:cBhvr>
                                        <p:cTn id="4" dur="1100"/>
                                        <p:tgtEl>
                                          <p:spTgt spid="2"/>
                                        </p:tgtEl>
                                      </p:cBhvr>
                                    </p:animEffect>
                                  </p:childTnLst>
                                </p:cTn>
                              </p:par>
                              <p:par>
                                <p:cTn id="8" presetID="22" presetClass="entr" presetSubtype="8" fill="hold" nodeType="withEffect">
                                  <p:stCondLst>
                                    <p:cond delay="45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200"/>
                                        <p:tgtEl>
                                          <p:spTgt spid="3"/>
                                        </p:tgtEl>
                                      </p:cBhvr>
                                    </p:animEffect>
                                  </p:childTnLst>
                                </p:cTn>
                              </p:par>
                              <p:par>
                                <p:cTn id="13" presetID="42" presetClass="entr" presetSubtype="0" fill="hold" nodeType="withEffect">
                                  <p:stCondLst>
                                    <p:cond delay="56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800"/>
                                        <p:tgtEl>
                                          <p:spTgt spid="4"/>
                                        </p:tgtEl>
                                      </p:cBhvr>
                                    </p:animEffect>
                                    <p:anim calcmode="lin" valueType="num">
                                      <p:cBhvr additive="base">
                                        <p:cTn id="11" dur="800" fill="hold" decel="100000"/>
                                        <p:tgtEl>
                                          <p:spTgt spid="4"/>
                                        </p:tgtEl>
                                        <p:attrNameLst>
                                          <p:attrName>ppt_x</p:attrName>
                                        </p:attrNameLst>
                                      </p:cBhvr>
                                      <p:tavLst>
                                        <p:tav tm="0">
                                          <p:val>
                                            <p:strVal val="#ppt_x"/>
                                          </p:val>
                                        </p:tav>
                                        <p:tav tm="100000">
                                          <p:val>
                                            <p:strVal val="#ppt_x"/>
                                          </p:val>
                                        </p:tav>
                                      </p:tavLst>
                                    </p:anim>
                                    <p:anim calcmode="lin" valueType="num">
                                      <p:cBhvr additive="base">
                                        <p:cTn id="12" dur="800" fill="hold" decel="100000"/>
                                        <p:tgtEl>
                                          <p:spTgt spid="4"/>
                                        </p:tgtEl>
                                        <p:attrNameLst>
                                          <p:attrName>ppt_y</p:attrName>
                                        </p:attrNameLst>
                                      </p:cBhvr>
                                      <p:tavLst>
                                        <p:tav tm="0">
                                          <p:val>
                                            <p:strVal val="#ppt_y+.04"/>
                                          </p:val>
                                        </p:tav>
                                        <p:tav tm="100000">
                                          <p:val>
                                            <p:strVal val="#ppt_y"/>
                                          </p:val>
                                        </p:tav>
                                      </p:tavLst>
                                    </p:anim>
                                  </p:childTnLst>
                                </p:cTn>
                              </p:par>
                              <p:par>
                                <p:cTn id="18" presetID="42" presetClass="entr" presetSubtype="0" fill="hold" nodeType="withEffect">
                                  <p:stCondLst>
                                    <p:cond delay="65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800"/>
                                        <p:tgtEl>
                                          <p:spTgt spid="5"/>
                                        </p:tgtEl>
                                      </p:cBhvr>
                                    </p:animEffect>
                                    <p:anim calcmode="lin" valueType="num">
                                      <p:cBhvr additive="base">
                                        <p:cTn id="16" dur="800" fill="hold" decel="100000"/>
                                        <p:tgtEl>
                                          <p:spTgt spid="5"/>
                                        </p:tgtEl>
                                        <p:attrNameLst>
                                          <p:attrName>ppt_x</p:attrName>
                                        </p:attrNameLst>
                                      </p:cBhvr>
                                      <p:tavLst>
                                        <p:tav tm="0">
                                          <p:val>
                                            <p:strVal val="#ppt_x"/>
                                          </p:val>
                                        </p:tav>
                                        <p:tav tm="100000">
                                          <p:val>
                                            <p:strVal val="#ppt_x"/>
                                          </p:val>
                                        </p:tav>
                                      </p:tavLst>
                                    </p:anim>
                                    <p:anim calcmode="lin" valueType="num">
                                      <p:cBhvr additive="base">
                                        <p:cTn id="17" dur="800" fill="hold" decel="100000"/>
                                        <p:tgtEl>
                                          <p:spTgt spid="5"/>
                                        </p:tgtEl>
                                        <p:attrNameLst>
                                          <p:attrName>ppt_y</p:attrName>
                                        </p:attrNameLst>
                                      </p:cBhvr>
                                      <p:tavLst>
                                        <p:tav tm="0">
                                          <p:val>
                                            <p:strVal val="#ppt_y+.04"/>
                                          </p:val>
                                        </p:tav>
                                        <p:tav tm="100000">
                                          <p:val>
                                            <p:strVal val="#ppt_y"/>
                                          </p:val>
                                        </p:tav>
                                      </p:tavLst>
                                    </p:anim>
                                  </p:childTnLst>
                                </p:cTn>
                              </p:par>
                              <p:par>
                                <p:cTn id="23" presetID="42" presetClass="entr" presetSubtype="0" fill="hold" nodeType="withEffect">
                                  <p:stCondLst>
                                    <p:cond delay="74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800"/>
                                        <p:tgtEl>
                                          <p:spTgt spid="6"/>
                                        </p:tgtEl>
                                      </p:cBhvr>
                                    </p:animEffect>
                                    <p:anim calcmode="lin" valueType="num">
                                      <p:cBhvr additive="base">
                                        <p:cTn id="21" dur="800" fill="hold" decel="100000"/>
                                        <p:tgtEl>
                                          <p:spTgt spid="6"/>
                                        </p:tgtEl>
                                        <p:attrNameLst>
                                          <p:attrName>ppt_x</p:attrName>
                                        </p:attrNameLst>
                                      </p:cBhvr>
                                      <p:tavLst>
                                        <p:tav tm="0">
                                          <p:val>
                                            <p:strVal val="#ppt_x"/>
                                          </p:val>
                                        </p:tav>
                                        <p:tav tm="100000">
                                          <p:val>
                                            <p:strVal val="#ppt_x"/>
                                          </p:val>
                                        </p:tav>
                                      </p:tavLst>
                                    </p:anim>
                                    <p:anim calcmode="lin" valueType="num">
                                      <p:cBhvr additive="base">
                                        <p:cTn id="22" dur="800" fill="hold" decel="100000"/>
                                        <p:tgtEl>
                                          <p:spTgt spid="6"/>
                                        </p:tgtEl>
                                        <p:attrNameLst>
                                          <p:attrName>ppt_y</p:attrName>
                                        </p:attrNameLst>
                                      </p:cBhvr>
                                      <p:tavLst>
                                        <p:tav tm="0">
                                          <p:val>
                                            <p:strVal val="#ppt_y+.04"/>
                                          </p:val>
                                        </p:tav>
                                        <p:tav tm="100000">
                                          <p:val>
                                            <p:strVal val="#ppt_y"/>
                                          </p:val>
                                        </p:tav>
                                      </p:tavLst>
                                    </p:anim>
                                  </p:childTnLst>
                                </p:cTn>
                              </p:par>
                              <p:par>
                                <p:cTn id="28" presetID="42" presetClass="entr" presetSubtype="0" fill="hold" nodeType="withEffect">
                                  <p:stCondLst>
                                    <p:cond delay="83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800"/>
                                        <p:tgtEl>
                                          <p:spTgt spid="7"/>
                                        </p:tgtEl>
                                      </p:cBhvr>
                                    </p:animEffect>
                                    <p:anim calcmode="lin" valueType="num">
                                      <p:cBhvr additive="base">
                                        <p:cTn id="26" dur="800" fill="hold" decel="100000"/>
                                        <p:tgtEl>
                                          <p:spTgt spid="7"/>
                                        </p:tgtEl>
                                        <p:attrNameLst>
                                          <p:attrName>ppt_x</p:attrName>
                                        </p:attrNameLst>
                                      </p:cBhvr>
                                      <p:tavLst>
                                        <p:tav tm="0">
                                          <p:val>
                                            <p:strVal val="#ppt_x"/>
                                          </p:val>
                                        </p:tav>
                                        <p:tav tm="100000">
                                          <p:val>
                                            <p:strVal val="#ppt_x"/>
                                          </p:val>
                                        </p:tav>
                                      </p:tavLst>
                                    </p:anim>
                                    <p:anim calcmode="lin" valueType="num">
                                      <p:cBhvr additive="base">
                                        <p:cTn id="27" dur="800" fill="hold" decel="100000"/>
                                        <p:tgtEl>
                                          <p:spTgt spid="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0" descr="headline rv">    </p:cNvPr>
          <p:cNvPicPr>
            <a:picLocks noChangeAspect="1"/>
          </p:cNvPicPr>
          <p:nvPr/>
        </p:nvPicPr>
        <p:blipFill>
          <a:blip r:embed="rId2"/>
          <a:stretch>
            <a:fillRect/>
          </a:stretch>
        </p:blipFill>
        <p:spPr>
          <a:xfrm>
            <a:off x="761970" y="952439"/>
            <a:ext cx="10667756" cy="558790"/>
          </a:xfrm>
          <a:prstGeom prst="rect">
            <a:avLst/>
          </a:prstGeom>
        </p:spPr>
      </p:pic>
      <p:pic>
        <p:nvPicPr>
          <p:cNvPr id="3" name="L1" descr="isa rv">    </p:cNvPr>
          <p:cNvPicPr>
            <a:picLocks noChangeAspect="1"/>
          </p:cNvPicPr>
          <p:nvPr/>
        </p:nvPicPr>
        <p:blipFill>
          <a:blip r:embed="rId3"/>
          <a:stretch>
            <a:fillRect/>
          </a:stretch>
        </p:blipFill>
        <p:spPr>
          <a:xfrm>
            <a:off x="761970" y="1866839"/>
            <a:ext cx="5219578" cy="3720968"/>
          </a:xfrm>
          <a:prstGeom prst="rect">
            <a:avLst/>
          </a:prstGeom>
        </p:spPr>
      </p:pic>
      <p:pic>
        <p:nvPicPr>
          <p:cNvPr id="4" name="L2" descr="isa rv">    </p:cNvPr>
          <p:cNvPicPr>
            <a:picLocks noChangeAspect="1"/>
          </p:cNvPicPr>
          <p:nvPr/>
        </p:nvPicPr>
        <p:blipFill>
          <a:blip r:embed="rId4"/>
          <a:stretch>
            <a:fillRect/>
          </a:stretch>
        </p:blipFill>
        <p:spPr>
          <a:xfrm>
            <a:off x="6210148" y="1866839"/>
            <a:ext cx="5219578" cy="3720968"/>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18" fill="hold">
                      <p:stCondLst>
                        <p:cond delay="indefinite"/>
                        <p:cond evt="onBegin" delay="0">
                          <p:tn val="2"/>
                        </p:cond>
                      </p:stCondLst>
                      <p:childTnLst>
                        <p:par>
                          <p:cTn id="19" fill="hold">
                            <p:stCondLst>
                              <p:cond delay="0"/>
                            </p:stCondLst>
                            <p:childTnLst>
                              <p:par>
                                <p:cTn id="7" presetID="42" presetClass="entr" presetSubtype="0" fill="hold" nodeType="afterEffect">
                                  <p:stCondLst>
                                    <p:cond delay="200"/>
                                  </p:stCondLst>
                                  <p:childTnLst>
                                    <p:set>
                                      <p:cBhvr>
                                        <p:cTn id="3" dur="1" fill="hold">
                                          <p:stCondLst>
                                            <p:cond delay="0"/>
                                          </p:stCondLst>
                                        </p:cTn>
                                        <p:tgtEl>
                                          <p:spTgt spid="2"/>
                                        </p:tgtEl>
                                        <p:attrNameLst>
                                          <p:attrName>style.visibility</p:attrName>
                                        </p:attrNameLst>
                                      </p:cBhvr>
                                      <p:to>
                                        <p:strVal val="visible"/>
                                      </p:to>
                                    </p:set>
                                    <p:animEffect transition="in" filter="fade">
                                      <p:cBhvr>
                                        <p:cTn id="4" dur="800"/>
                                        <p:tgtEl>
                                          <p:spTgt spid="2"/>
                                        </p:tgtEl>
                                      </p:cBhvr>
                                    </p:animEffect>
                                    <p:anim calcmode="lin" valueType="num">
                                      <p:cBhvr additive="base">
                                        <p:cTn id="5" dur="800" fill="hold" decel="100000"/>
                                        <p:tgtEl>
                                          <p:spTgt spid="2"/>
                                        </p:tgtEl>
                                        <p:attrNameLst>
                                          <p:attrName>ppt_x</p:attrName>
                                        </p:attrNameLst>
                                      </p:cBhvr>
                                      <p:tavLst>
                                        <p:tav tm="0">
                                          <p:val>
                                            <p:strVal val="#ppt_x"/>
                                          </p:val>
                                        </p:tav>
                                        <p:tav tm="100000">
                                          <p:val>
                                            <p:strVal val="#ppt_x"/>
                                          </p:val>
                                        </p:tav>
                                      </p:tavLst>
                                    </p:anim>
                                    <p:anim calcmode="lin" valueType="num">
                                      <p:cBhvr additive="base">
                                        <p:cTn id="6" dur="800" fill="hold" decel="100000"/>
                                        <p:tgtEl>
                                          <p:spTgt spid="2"/>
                                        </p:tgtEl>
                                        <p:attrNameLst>
                                          <p:attrName>ppt_y</p:attrName>
                                        </p:attrNameLst>
                                      </p:cBhvr>
                                      <p:tavLst>
                                        <p:tav tm="0">
                                          <p:val>
                                            <p:strVal val="#ppt_y+.04"/>
                                          </p:val>
                                        </p:tav>
                                        <p:tav tm="100000">
                                          <p:val>
                                            <p:strVal val="#ppt_y"/>
                                          </p:val>
                                        </p:tav>
                                      </p:tavLst>
                                    </p:anim>
                                  </p:childTnLst>
                                </p:cTn>
                              </p:par>
                              <p:par>
                                <p:cTn id="12" presetID="42" presetClass="entr" presetSubtype="0" fill="hold" nodeType="withEffect">
                                  <p:stCondLst>
                                    <p:cond delay="29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800"/>
                                        <p:tgtEl>
                                          <p:spTgt spid="3"/>
                                        </p:tgtEl>
                                      </p:cBhvr>
                                    </p:animEffect>
                                    <p:anim calcmode="lin" valueType="num">
                                      <p:cBhvr additive="base">
                                        <p:cTn id="10" dur="800" fill="hold" decel="100000"/>
                                        <p:tgtEl>
                                          <p:spTgt spid="3"/>
                                        </p:tgtEl>
                                        <p:attrNameLst>
                                          <p:attrName>ppt_x</p:attrName>
                                        </p:attrNameLst>
                                      </p:cBhvr>
                                      <p:tavLst>
                                        <p:tav tm="0">
                                          <p:val>
                                            <p:strVal val="#ppt_x"/>
                                          </p:val>
                                        </p:tav>
                                        <p:tav tm="100000">
                                          <p:val>
                                            <p:strVal val="#ppt_x"/>
                                          </p:val>
                                        </p:tav>
                                      </p:tavLst>
                                    </p:anim>
                                    <p:anim calcmode="lin" valueType="num">
                                      <p:cBhvr additive="base">
                                        <p:cTn id="11" dur="800" fill="hold" decel="100000"/>
                                        <p:tgtEl>
                                          <p:spTgt spid="3"/>
                                        </p:tgtEl>
                                        <p:attrNameLst>
                                          <p:attrName>ppt_y</p:attrName>
                                        </p:attrNameLst>
                                      </p:cBhvr>
                                      <p:tavLst>
                                        <p:tav tm="0">
                                          <p:val>
                                            <p:strVal val="#ppt_y+.04"/>
                                          </p:val>
                                        </p:tav>
                                        <p:tav tm="100000">
                                          <p:val>
                                            <p:strVal val="#ppt_y"/>
                                          </p:val>
                                        </p:tav>
                                      </p:tavLst>
                                    </p:anim>
                                  </p:childTnLst>
                                </p:cTn>
                              </p:par>
                              <p:par>
                                <p:cTn id="17" presetID="42" presetClass="entr" presetSubtype="0" fill="hold" nodeType="withEffect">
                                  <p:stCondLst>
                                    <p:cond delay="38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800"/>
                                        <p:tgtEl>
                                          <p:spTgt spid="4"/>
                                        </p:tgtEl>
                                      </p:cBhvr>
                                    </p:animEffect>
                                    <p:anim calcmode="lin" valueType="num">
                                      <p:cBhvr additive="base">
                                        <p:cTn id="15" dur="800" fill="hold" decel="100000"/>
                                        <p:tgtEl>
                                          <p:spTgt spid="4"/>
                                        </p:tgtEl>
                                        <p:attrNameLst>
                                          <p:attrName>ppt_x</p:attrName>
                                        </p:attrNameLst>
                                      </p:cBhvr>
                                      <p:tavLst>
                                        <p:tav tm="0">
                                          <p:val>
                                            <p:strVal val="#ppt_x"/>
                                          </p:val>
                                        </p:tav>
                                        <p:tav tm="100000">
                                          <p:val>
                                            <p:strVal val="#ppt_x"/>
                                          </p:val>
                                        </p:tav>
                                      </p:tavLst>
                                    </p:anim>
                                    <p:anim calcmode="lin" valueType="num">
                                      <p:cBhvr additive="base">
                                        <p:cTn id="16" dur="800" fill="hold" decel="100000"/>
                                        <p:tgtEl>
                                          <p:spTgt spid="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0" descr="headline rv">    </p:cNvPr>
          <p:cNvPicPr>
            <a:picLocks noChangeAspect="1"/>
          </p:cNvPicPr>
          <p:nvPr/>
        </p:nvPicPr>
        <p:blipFill>
          <a:blip r:embed="rId2"/>
          <a:stretch>
            <a:fillRect/>
          </a:stretch>
        </p:blipFill>
        <p:spPr>
          <a:xfrm>
            <a:off x="761970" y="952439"/>
            <a:ext cx="10667756" cy="558790"/>
          </a:xfrm>
          <a:prstGeom prst="rect">
            <a:avLst/>
          </a:prstGeom>
        </p:spPr>
      </p:pic>
      <p:pic>
        <p:nvPicPr>
          <p:cNvPr id="3" name="L1" descr="rv">    </p:cNvPr>
          <p:cNvPicPr>
            <a:picLocks noChangeAspect="1"/>
          </p:cNvPicPr>
          <p:nvPr/>
        </p:nvPicPr>
        <p:blipFill>
          <a:blip r:embed="rId3"/>
          <a:stretch>
            <a:fillRect/>
          </a:stretch>
        </p:blipFill>
        <p:spPr>
          <a:xfrm>
            <a:off x="761970" y="1866839"/>
            <a:ext cx="10667756" cy="482620"/>
          </a:xfrm>
          <a:prstGeom prst="rect">
            <a:avLst/>
          </a:prstGeom>
        </p:spPr>
      </p:pic>
      <p:pic>
        <p:nvPicPr>
          <p:cNvPr id="4" name="L2" descr="rv">    </p:cNvPr>
          <p:cNvPicPr>
            <a:picLocks noChangeAspect="1"/>
          </p:cNvPicPr>
          <p:nvPr/>
        </p:nvPicPr>
        <p:blipFill>
          <a:blip r:embed="rId4"/>
          <a:stretch>
            <a:fillRect/>
          </a:stretch>
        </p:blipFill>
        <p:spPr>
          <a:xfrm>
            <a:off x="761970" y="2489180"/>
            <a:ext cx="10667756" cy="482620"/>
          </a:xfrm>
          <a:prstGeom prst="rect">
            <a:avLst/>
          </a:prstGeom>
        </p:spPr>
      </p:pic>
      <p:pic>
        <p:nvPicPr>
          <p:cNvPr id="5" name="L3" descr="rv">    </p:cNvPr>
          <p:cNvPicPr>
            <a:picLocks noChangeAspect="1"/>
          </p:cNvPicPr>
          <p:nvPr/>
        </p:nvPicPr>
        <p:blipFill>
          <a:blip r:embed="rId5"/>
          <a:stretch>
            <a:fillRect/>
          </a:stretch>
        </p:blipFill>
        <p:spPr>
          <a:xfrm>
            <a:off x="761970" y="3111429"/>
            <a:ext cx="10667756" cy="482620"/>
          </a:xfrm>
          <a:prstGeom prst="rect">
            <a:avLst/>
          </a:prstGeom>
        </p:spPr>
      </p:pic>
      <p:pic>
        <p:nvPicPr>
          <p:cNvPr id="6" name="L4" descr="rv">    </p:cNvPr>
          <p:cNvPicPr>
            <a:picLocks noChangeAspect="1"/>
          </p:cNvPicPr>
          <p:nvPr/>
        </p:nvPicPr>
        <p:blipFill>
          <a:blip r:embed="rId6"/>
          <a:stretch>
            <a:fillRect/>
          </a:stretch>
        </p:blipFill>
        <p:spPr>
          <a:xfrm>
            <a:off x="761970" y="3733678"/>
            <a:ext cx="10667756" cy="482620"/>
          </a:xfrm>
          <a:prstGeom prst="rect">
            <a:avLst/>
          </a:prstGeom>
        </p:spPr>
      </p:pic>
      <p:pic>
        <p:nvPicPr>
          <p:cNvPr id="7" name="L5" descr="rv">    </p:cNvPr>
          <p:cNvPicPr>
            <a:picLocks noChangeAspect="1"/>
          </p:cNvPicPr>
          <p:nvPr/>
        </p:nvPicPr>
        <p:blipFill>
          <a:blip r:embed="rId7"/>
          <a:stretch>
            <a:fillRect/>
          </a:stretch>
        </p:blipFill>
        <p:spPr>
          <a:xfrm>
            <a:off x="761970" y="4356019"/>
            <a:ext cx="10667756" cy="48262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3" fill="hold">
                      <p:stCondLst>
                        <p:cond delay="indefinite"/>
                        <p:cond evt="onBegin" delay="0">
                          <p:tn val="2"/>
                        </p:cond>
                      </p:stCondLst>
                      <p:childTnLst>
                        <p:par>
                          <p:cTn id="34" fill="hold">
                            <p:stCondLst>
                              <p:cond delay="0"/>
                            </p:stCondLst>
                            <p:childTnLst>
                              <p:par>
                                <p:cTn id="7" presetID="42" presetClass="entr" presetSubtype="0" fill="hold" nodeType="afterEffect">
                                  <p:stCondLst>
                                    <p:cond delay="200"/>
                                  </p:stCondLst>
                                  <p:childTnLst>
                                    <p:set>
                                      <p:cBhvr>
                                        <p:cTn id="3" dur="1" fill="hold">
                                          <p:stCondLst>
                                            <p:cond delay="0"/>
                                          </p:stCondLst>
                                        </p:cTn>
                                        <p:tgtEl>
                                          <p:spTgt spid="2"/>
                                        </p:tgtEl>
                                        <p:attrNameLst>
                                          <p:attrName>style.visibility</p:attrName>
                                        </p:attrNameLst>
                                      </p:cBhvr>
                                      <p:to>
                                        <p:strVal val="visible"/>
                                      </p:to>
                                    </p:set>
                                    <p:animEffect transition="in" filter="fade">
                                      <p:cBhvr>
                                        <p:cTn id="4" dur="800"/>
                                        <p:tgtEl>
                                          <p:spTgt spid="2"/>
                                        </p:tgtEl>
                                      </p:cBhvr>
                                    </p:animEffect>
                                    <p:anim calcmode="lin" valueType="num">
                                      <p:cBhvr additive="base">
                                        <p:cTn id="5" dur="800" fill="hold" decel="100000"/>
                                        <p:tgtEl>
                                          <p:spTgt spid="2"/>
                                        </p:tgtEl>
                                        <p:attrNameLst>
                                          <p:attrName>ppt_x</p:attrName>
                                        </p:attrNameLst>
                                      </p:cBhvr>
                                      <p:tavLst>
                                        <p:tav tm="0">
                                          <p:val>
                                            <p:strVal val="#ppt_x"/>
                                          </p:val>
                                        </p:tav>
                                        <p:tav tm="100000">
                                          <p:val>
                                            <p:strVal val="#ppt_x"/>
                                          </p:val>
                                        </p:tav>
                                      </p:tavLst>
                                    </p:anim>
                                    <p:anim calcmode="lin" valueType="num">
                                      <p:cBhvr additive="base">
                                        <p:cTn id="6" dur="800" fill="hold" decel="100000"/>
                                        <p:tgtEl>
                                          <p:spTgt spid="2"/>
                                        </p:tgtEl>
                                        <p:attrNameLst>
                                          <p:attrName>ppt_y</p:attrName>
                                        </p:attrNameLst>
                                      </p:cBhvr>
                                      <p:tavLst>
                                        <p:tav tm="0">
                                          <p:val>
                                            <p:strVal val="#ppt_y+.04"/>
                                          </p:val>
                                        </p:tav>
                                        <p:tav tm="100000">
                                          <p:val>
                                            <p:strVal val="#ppt_y"/>
                                          </p:val>
                                        </p:tav>
                                      </p:tavLst>
                                    </p:anim>
                                  </p:childTnLst>
                                </p:cTn>
                              </p:par>
                              <p:par>
                                <p:cTn id="12" presetID="42" presetClass="entr" presetSubtype="0" fill="hold" nodeType="withEffect">
                                  <p:stCondLst>
                                    <p:cond delay="29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800"/>
                                        <p:tgtEl>
                                          <p:spTgt spid="3"/>
                                        </p:tgtEl>
                                      </p:cBhvr>
                                    </p:animEffect>
                                    <p:anim calcmode="lin" valueType="num">
                                      <p:cBhvr additive="base">
                                        <p:cTn id="10" dur="800" fill="hold" decel="100000"/>
                                        <p:tgtEl>
                                          <p:spTgt spid="3"/>
                                        </p:tgtEl>
                                        <p:attrNameLst>
                                          <p:attrName>ppt_x</p:attrName>
                                        </p:attrNameLst>
                                      </p:cBhvr>
                                      <p:tavLst>
                                        <p:tav tm="0">
                                          <p:val>
                                            <p:strVal val="#ppt_x"/>
                                          </p:val>
                                        </p:tav>
                                        <p:tav tm="100000">
                                          <p:val>
                                            <p:strVal val="#ppt_x"/>
                                          </p:val>
                                        </p:tav>
                                      </p:tavLst>
                                    </p:anim>
                                    <p:anim calcmode="lin" valueType="num">
                                      <p:cBhvr additive="base">
                                        <p:cTn id="11" dur="800" fill="hold" decel="100000"/>
                                        <p:tgtEl>
                                          <p:spTgt spid="3"/>
                                        </p:tgtEl>
                                        <p:attrNameLst>
                                          <p:attrName>ppt_y</p:attrName>
                                        </p:attrNameLst>
                                      </p:cBhvr>
                                      <p:tavLst>
                                        <p:tav tm="0">
                                          <p:val>
                                            <p:strVal val="#ppt_y+.04"/>
                                          </p:val>
                                        </p:tav>
                                        <p:tav tm="100000">
                                          <p:val>
                                            <p:strVal val="#ppt_y"/>
                                          </p:val>
                                        </p:tav>
                                      </p:tavLst>
                                    </p:anim>
                                  </p:childTnLst>
                                </p:cTn>
                              </p:par>
                              <p:par>
                                <p:cTn id="17" presetID="42" presetClass="entr" presetSubtype="0" fill="hold" nodeType="withEffect">
                                  <p:stCondLst>
                                    <p:cond delay="38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800"/>
                                        <p:tgtEl>
                                          <p:spTgt spid="4"/>
                                        </p:tgtEl>
                                      </p:cBhvr>
                                    </p:animEffect>
                                    <p:anim calcmode="lin" valueType="num">
                                      <p:cBhvr additive="base">
                                        <p:cTn id="15" dur="800" fill="hold" decel="100000"/>
                                        <p:tgtEl>
                                          <p:spTgt spid="4"/>
                                        </p:tgtEl>
                                        <p:attrNameLst>
                                          <p:attrName>ppt_x</p:attrName>
                                        </p:attrNameLst>
                                      </p:cBhvr>
                                      <p:tavLst>
                                        <p:tav tm="0">
                                          <p:val>
                                            <p:strVal val="#ppt_x"/>
                                          </p:val>
                                        </p:tav>
                                        <p:tav tm="100000">
                                          <p:val>
                                            <p:strVal val="#ppt_x"/>
                                          </p:val>
                                        </p:tav>
                                      </p:tavLst>
                                    </p:anim>
                                    <p:anim calcmode="lin" valueType="num">
                                      <p:cBhvr additive="base">
                                        <p:cTn id="16" dur="800" fill="hold" decel="100000"/>
                                        <p:tgtEl>
                                          <p:spTgt spid="4"/>
                                        </p:tgtEl>
                                        <p:attrNameLst>
                                          <p:attrName>ppt_y</p:attrName>
                                        </p:attrNameLst>
                                      </p:cBhvr>
                                      <p:tavLst>
                                        <p:tav tm="0">
                                          <p:val>
                                            <p:strVal val="#ppt_y+.04"/>
                                          </p:val>
                                        </p:tav>
                                        <p:tav tm="100000">
                                          <p:val>
                                            <p:strVal val="#ppt_y"/>
                                          </p:val>
                                        </p:tav>
                                      </p:tavLst>
                                    </p:anim>
                                  </p:childTnLst>
                                </p:cTn>
                              </p:par>
                              <p:par>
                                <p:cTn id="22" presetID="42" presetClass="entr" presetSubtype="0" fill="hold" nodeType="withEffect">
                                  <p:stCondLst>
                                    <p:cond delay="47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800"/>
                                        <p:tgtEl>
                                          <p:spTgt spid="5"/>
                                        </p:tgtEl>
                                      </p:cBhvr>
                                    </p:animEffect>
                                    <p:anim calcmode="lin" valueType="num">
                                      <p:cBhvr additive="base">
                                        <p:cTn id="20" dur="800" fill="hold" decel="100000"/>
                                        <p:tgtEl>
                                          <p:spTgt spid="5"/>
                                        </p:tgtEl>
                                        <p:attrNameLst>
                                          <p:attrName>ppt_x</p:attrName>
                                        </p:attrNameLst>
                                      </p:cBhvr>
                                      <p:tavLst>
                                        <p:tav tm="0">
                                          <p:val>
                                            <p:strVal val="#ppt_x"/>
                                          </p:val>
                                        </p:tav>
                                        <p:tav tm="100000">
                                          <p:val>
                                            <p:strVal val="#ppt_x"/>
                                          </p:val>
                                        </p:tav>
                                      </p:tavLst>
                                    </p:anim>
                                    <p:anim calcmode="lin" valueType="num">
                                      <p:cBhvr additive="base">
                                        <p:cTn id="21" dur="800" fill="hold" decel="100000"/>
                                        <p:tgtEl>
                                          <p:spTgt spid="5"/>
                                        </p:tgtEl>
                                        <p:attrNameLst>
                                          <p:attrName>ppt_y</p:attrName>
                                        </p:attrNameLst>
                                      </p:cBhvr>
                                      <p:tavLst>
                                        <p:tav tm="0">
                                          <p:val>
                                            <p:strVal val="#ppt_y+.04"/>
                                          </p:val>
                                        </p:tav>
                                        <p:tav tm="100000">
                                          <p:val>
                                            <p:strVal val="#ppt_y"/>
                                          </p:val>
                                        </p:tav>
                                      </p:tavLst>
                                    </p:anim>
                                  </p:childTnLst>
                                </p:cTn>
                              </p:par>
                              <p:par>
                                <p:cTn id="27" presetID="42" presetClass="entr" presetSubtype="0" fill="hold" nodeType="withEffect">
                                  <p:stCondLst>
                                    <p:cond delay="56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800"/>
                                        <p:tgtEl>
                                          <p:spTgt spid="6"/>
                                        </p:tgtEl>
                                      </p:cBhvr>
                                    </p:animEffect>
                                    <p:anim calcmode="lin" valueType="num">
                                      <p:cBhvr additive="base">
                                        <p:cTn id="25" dur="800" fill="hold" decel="100000"/>
                                        <p:tgtEl>
                                          <p:spTgt spid="6"/>
                                        </p:tgtEl>
                                        <p:attrNameLst>
                                          <p:attrName>ppt_x</p:attrName>
                                        </p:attrNameLst>
                                      </p:cBhvr>
                                      <p:tavLst>
                                        <p:tav tm="0">
                                          <p:val>
                                            <p:strVal val="#ppt_x"/>
                                          </p:val>
                                        </p:tav>
                                        <p:tav tm="100000">
                                          <p:val>
                                            <p:strVal val="#ppt_x"/>
                                          </p:val>
                                        </p:tav>
                                      </p:tavLst>
                                    </p:anim>
                                    <p:anim calcmode="lin" valueType="num">
                                      <p:cBhvr additive="base">
                                        <p:cTn id="26" dur="800" fill="hold" decel="100000"/>
                                        <p:tgtEl>
                                          <p:spTgt spid="6"/>
                                        </p:tgtEl>
                                        <p:attrNameLst>
                                          <p:attrName>ppt_y</p:attrName>
                                        </p:attrNameLst>
                                      </p:cBhvr>
                                      <p:tavLst>
                                        <p:tav tm="0">
                                          <p:val>
                                            <p:strVal val="#ppt_y+.04"/>
                                          </p:val>
                                        </p:tav>
                                        <p:tav tm="100000">
                                          <p:val>
                                            <p:strVal val="#ppt_y"/>
                                          </p:val>
                                        </p:tav>
                                      </p:tavLst>
                                    </p:anim>
                                  </p:childTnLst>
                                </p:cTn>
                              </p:par>
                              <p:par>
                                <p:cTn id="32" presetID="42" presetClass="entr" presetSubtype="0" fill="hold" nodeType="withEffect">
                                  <p:stCondLst>
                                    <p:cond delay="65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800"/>
                                        <p:tgtEl>
                                          <p:spTgt spid="7"/>
                                        </p:tgtEl>
                                      </p:cBhvr>
                                    </p:animEffect>
                                    <p:anim calcmode="lin" valueType="num">
                                      <p:cBhvr additive="base">
                                        <p:cTn id="30" dur="800" fill="hold" decel="100000"/>
                                        <p:tgtEl>
                                          <p:spTgt spid="7"/>
                                        </p:tgtEl>
                                        <p:attrNameLst>
                                          <p:attrName>ppt_x</p:attrName>
                                        </p:attrNameLst>
                                      </p:cBhvr>
                                      <p:tavLst>
                                        <p:tav tm="0">
                                          <p:val>
                                            <p:strVal val="#ppt_x"/>
                                          </p:val>
                                        </p:tav>
                                        <p:tav tm="100000">
                                          <p:val>
                                            <p:strVal val="#ppt_x"/>
                                          </p:val>
                                        </p:tav>
                                      </p:tavLst>
                                    </p:anim>
                                    <p:anim calcmode="lin" valueType="num">
                                      <p:cBhvr additive="base">
                                        <p:cTn id="31" dur="800" fill="hold" decel="100000"/>
                                        <p:tgtEl>
                                          <p:spTgt spid="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0" descr="headline rv">    </p:cNvPr>
          <p:cNvPicPr>
            <a:picLocks noChangeAspect="1"/>
          </p:cNvPicPr>
          <p:nvPr/>
        </p:nvPicPr>
        <p:blipFill>
          <a:blip r:embed="rId2"/>
          <a:stretch>
            <a:fillRect/>
          </a:stretch>
        </p:blipFill>
        <p:spPr>
          <a:xfrm>
            <a:off x="761970" y="952439"/>
            <a:ext cx="10667756" cy="558790"/>
          </a:xfrm>
          <a:prstGeom prst="rect">
            <a:avLst/>
          </a:prstGeom>
        </p:spPr>
      </p:pic>
      <p:pic>
        <p:nvPicPr>
          <p:cNvPr id="3" name="L1" descr="rv">    </p:cNvPr>
          <p:cNvPicPr>
            <a:picLocks noChangeAspect="1"/>
          </p:cNvPicPr>
          <p:nvPr/>
        </p:nvPicPr>
        <p:blipFill>
          <a:blip r:embed="rId3"/>
          <a:stretch>
            <a:fillRect/>
          </a:stretch>
        </p:blipFill>
        <p:spPr>
          <a:xfrm>
            <a:off x="761970" y="1892259"/>
            <a:ext cx="2025579" cy="2539929"/>
          </a:xfrm>
          <a:prstGeom prst="rect">
            <a:avLst/>
          </a:prstGeom>
        </p:spPr>
      </p:pic>
      <p:pic>
        <p:nvPicPr>
          <p:cNvPr id="4" name="L2" descr="rv">    </p:cNvPr>
          <p:cNvPicPr>
            <a:picLocks noChangeAspect="1"/>
          </p:cNvPicPr>
          <p:nvPr/>
        </p:nvPicPr>
        <p:blipFill>
          <a:blip r:embed="rId4"/>
          <a:stretch>
            <a:fillRect/>
          </a:stretch>
        </p:blipFill>
        <p:spPr>
          <a:xfrm>
            <a:off x="2920959" y="1892259"/>
            <a:ext cx="2025579" cy="2539929"/>
          </a:xfrm>
          <a:prstGeom prst="rect">
            <a:avLst/>
          </a:prstGeom>
        </p:spPr>
      </p:pic>
      <p:pic>
        <p:nvPicPr>
          <p:cNvPr id="5" name="L3" descr="rv">    </p:cNvPr>
          <p:cNvPicPr>
            <a:picLocks noChangeAspect="1"/>
          </p:cNvPicPr>
          <p:nvPr/>
        </p:nvPicPr>
        <p:blipFill>
          <a:blip r:embed="rId5"/>
          <a:stretch>
            <a:fillRect/>
          </a:stretch>
        </p:blipFill>
        <p:spPr>
          <a:xfrm>
            <a:off x="5079858" y="1892259"/>
            <a:ext cx="2031980" cy="2539929"/>
          </a:xfrm>
          <a:prstGeom prst="rect">
            <a:avLst/>
          </a:prstGeom>
        </p:spPr>
      </p:pic>
      <p:pic>
        <p:nvPicPr>
          <p:cNvPr id="6" name="L4" descr="rv">    </p:cNvPr>
          <p:cNvPicPr>
            <a:picLocks noChangeAspect="1"/>
          </p:cNvPicPr>
          <p:nvPr/>
        </p:nvPicPr>
        <p:blipFill>
          <a:blip r:embed="rId6"/>
          <a:stretch>
            <a:fillRect/>
          </a:stretch>
        </p:blipFill>
        <p:spPr>
          <a:xfrm>
            <a:off x="7245157" y="1892259"/>
            <a:ext cx="2025579" cy="2539929"/>
          </a:xfrm>
          <a:prstGeom prst="rect">
            <a:avLst/>
          </a:prstGeom>
        </p:spPr>
      </p:pic>
      <p:pic>
        <p:nvPicPr>
          <p:cNvPr id="7" name="L5" descr="rv">    </p:cNvPr>
          <p:cNvPicPr>
            <a:picLocks noChangeAspect="1"/>
          </p:cNvPicPr>
          <p:nvPr/>
        </p:nvPicPr>
        <p:blipFill>
          <a:blip r:embed="rId7"/>
          <a:stretch>
            <a:fillRect/>
          </a:stretch>
        </p:blipFill>
        <p:spPr>
          <a:xfrm>
            <a:off x="9404147" y="1892259"/>
            <a:ext cx="2025579" cy="2539929"/>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3" fill="hold">
                      <p:stCondLst>
                        <p:cond delay="indefinite"/>
                        <p:cond evt="onBegin" delay="0">
                          <p:tn val="2"/>
                        </p:cond>
                      </p:stCondLst>
                      <p:childTnLst>
                        <p:par>
                          <p:cTn id="34" fill="hold">
                            <p:stCondLst>
                              <p:cond delay="0"/>
                            </p:stCondLst>
                            <p:childTnLst>
                              <p:par>
                                <p:cTn id="7" presetID="42" presetClass="entr" presetSubtype="0" fill="hold" nodeType="afterEffect">
                                  <p:stCondLst>
                                    <p:cond delay="200"/>
                                  </p:stCondLst>
                                  <p:childTnLst>
                                    <p:set>
                                      <p:cBhvr>
                                        <p:cTn id="3" dur="1" fill="hold">
                                          <p:stCondLst>
                                            <p:cond delay="0"/>
                                          </p:stCondLst>
                                        </p:cTn>
                                        <p:tgtEl>
                                          <p:spTgt spid="2"/>
                                        </p:tgtEl>
                                        <p:attrNameLst>
                                          <p:attrName>style.visibility</p:attrName>
                                        </p:attrNameLst>
                                      </p:cBhvr>
                                      <p:to>
                                        <p:strVal val="visible"/>
                                      </p:to>
                                    </p:set>
                                    <p:animEffect transition="in" filter="fade">
                                      <p:cBhvr>
                                        <p:cTn id="4" dur="800"/>
                                        <p:tgtEl>
                                          <p:spTgt spid="2"/>
                                        </p:tgtEl>
                                      </p:cBhvr>
                                    </p:animEffect>
                                    <p:anim calcmode="lin" valueType="num">
                                      <p:cBhvr additive="base">
                                        <p:cTn id="5" dur="800" fill="hold" decel="100000"/>
                                        <p:tgtEl>
                                          <p:spTgt spid="2"/>
                                        </p:tgtEl>
                                        <p:attrNameLst>
                                          <p:attrName>ppt_x</p:attrName>
                                        </p:attrNameLst>
                                      </p:cBhvr>
                                      <p:tavLst>
                                        <p:tav tm="0">
                                          <p:val>
                                            <p:strVal val="#ppt_x"/>
                                          </p:val>
                                        </p:tav>
                                        <p:tav tm="100000">
                                          <p:val>
                                            <p:strVal val="#ppt_x"/>
                                          </p:val>
                                        </p:tav>
                                      </p:tavLst>
                                    </p:anim>
                                    <p:anim calcmode="lin" valueType="num">
                                      <p:cBhvr additive="base">
                                        <p:cTn id="6" dur="800" fill="hold" decel="100000"/>
                                        <p:tgtEl>
                                          <p:spTgt spid="2"/>
                                        </p:tgtEl>
                                        <p:attrNameLst>
                                          <p:attrName>ppt_y</p:attrName>
                                        </p:attrNameLst>
                                      </p:cBhvr>
                                      <p:tavLst>
                                        <p:tav tm="0">
                                          <p:val>
                                            <p:strVal val="#ppt_y+.04"/>
                                          </p:val>
                                        </p:tav>
                                        <p:tav tm="100000">
                                          <p:val>
                                            <p:strVal val="#ppt_y"/>
                                          </p:val>
                                        </p:tav>
                                      </p:tavLst>
                                    </p:anim>
                                  </p:childTnLst>
                                </p:cTn>
                              </p:par>
                              <p:par>
                                <p:cTn id="12" presetID="42" presetClass="entr" presetSubtype="0" fill="hold" nodeType="withEffect">
                                  <p:stCondLst>
                                    <p:cond delay="29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800"/>
                                        <p:tgtEl>
                                          <p:spTgt spid="3"/>
                                        </p:tgtEl>
                                      </p:cBhvr>
                                    </p:animEffect>
                                    <p:anim calcmode="lin" valueType="num">
                                      <p:cBhvr additive="base">
                                        <p:cTn id="10" dur="800" fill="hold" decel="100000"/>
                                        <p:tgtEl>
                                          <p:spTgt spid="3"/>
                                        </p:tgtEl>
                                        <p:attrNameLst>
                                          <p:attrName>ppt_x</p:attrName>
                                        </p:attrNameLst>
                                      </p:cBhvr>
                                      <p:tavLst>
                                        <p:tav tm="0">
                                          <p:val>
                                            <p:strVal val="#ppt_x"/>
                                          </p:val>
                                        </p:tav>
                                        <p:tav tm="100000">
                                          <p:val>
                                            <p:strVal val="#ppt_x"/>
                                          </p:val>
                                        </p:tav>
                                      </p:tavLst>
                                    </p:anim>
                                    <p:anim calcmode="lin" valueType="num">
                                      <p:cBhvr additive="base">
                                        <p:cTn id="11" dur="800" fill="hold" decel="100000"/>
                                        <p:tgtEl>
                                          <p:spTgt spid="3"/>
                                        </p:tgtEl>
                                        <p:attrNameLst>
                                          <p:attrName>ppt_y</p:attrName>
                                        </p:attrNameLst>
                                      </p:cBhvr>
                                      <p:tavLst>
                                        <p:tav tm="0">
                                          <p:val>
                                            <p:strVal val="#ppt_y+.04"/>
                                          </p:val>
                                        </p:tav>
                                        <p:tav tm="100000">
                                          <p:val>
                                            <p:strVal val="#ppt_y"/>
                                          </p:val>
                                        </p:tav>
                                      </p:tavLst>
                                    </p:anim>
                                  </p:childTnLst>
                                </p:cTn>
                              </p:par>
                              <p:par>
                                <p:cTn id="17" presetID="42" presetClass="entr" presetSubtype="0" fill="hold" nodeType="withEffect">
                                  <p:stCondLst>
                                    <p:cond delay="38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800"/>
                                        <p:tgtEl>
                                          <p:spTgt spid="4"/>
                                        </p:tgtEl>
                                      </p:cBhvr>
                                    </p:animEffect>
                                    <p:anim calcmode="lin" valueType="num">
                                      <p:cBhvr additive="base">
                                        <p:cTn id="15" dur="800" fill="hold" decel="100000"/>
                                        <p:tgtEl>
                                          <p:spTgt spid="4"/>
                                        </p:tgtEl>
                                        <p:attrNameLst>
                                          <p:attrName>ppt_x</p:attrName>
                                        </p:attrNameLst>
                                      </p:cBhvr>
                                      <p:tavLst>
                                        <p:tav tm="0">
                                          <p:val>
                                            <p:strVal val="#ppt_x"/>
                                          </p:val>
                                        </p:tav>
                                        <p:tav tm="100000">
                                          <p:val>
                                            <p:strVal val="#ppt_x"/>
                                          </p:val>
                                        </p:tav>
                                      </p:tavLst>
                                    </p:anim>
                                    <p:anim calcmode="lin" valueType="num">
                                      <p:cBhvr additive="base">
                                        <p:cTn id="16" dur="800" fill="hold" decel="100000"/>
                                        <p:tgtEl>
                                          <p:spTgt spid="4"/>
                                        </p:tgtEl>
                                        <p:attrNameLst>
                                          <p:attrName>ppt_y</p:attrName>
                                        </p:attrNameLst>
                                      </p:cBhvr>
                                      <p:tavLst>
                                        <p:tav tm="0">
                                          <p:val>
                                            <p:strVal val="#ppt_y+.04"/>
                                          </p:val>
                                        </p:tav>
                                        <p:tav tm="100000">
                                          <p:val>
                                            <p:strVal val="#ppt_y"/>
                                          </p:val>
                                        </p:tav>
                                      </p:tavLst>
                                    </p:anim>
                                  </p:childTnLst>
                                </p:cTn>
                              </p:par>
                              <p:par>
                                <p:cTn id="22" presetID="42" presetClass="entr" presetSubtype="0" fill="hold" nodeType="withEffect">
                                  <p:stCondLst>
                                    <p:cond delay="47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800"/>
                                        <p:tgtEl>
                                          <p:spTgt spid="5"/>
                                        </p:tgtEl>
                                      </p:cBhvr>
                                    </p:animEffect>
                                    <p:anim calcmode="lin" valueType="num">
                                      <p:cBhvr additive="base">
                                        <p:cTn id="20" dur="800" fill="hold" decel="100000"/>
                                        <p:tgtEl>
                                          <p:spTgt spid="5"/>
                                        </p:tgtEl>
                                        <p:attrNameLst>
                                          <p:attrName>ppt_x</p:attrName>
                                        </p:attrNameLst>
                                      </p:cBhvr>
                                      <p:tavLst>
                                        <p:tav tm="0">
                                          <p:val>
                                            <p:strVal val="#ppt_x"/>
                                          </p:val>
                                        </p:tav>
                                        <p:tav tm="100000">
                                          <p:val>
                                            <p:strVal val="#ppt_x"/>
                                          </p:val>
                                        </p:tav>
                                      </p:tavLst>
                                    </p:anim>
                                    <p:anim calcmode="lin" valueType="num">
                                      <p:cBhvr additive="base">
                                        <p:cTn id="21" dur="800" fill="hold" decel="100000"/>
                                        <p:tgtEl>
                                          <p:spTgt spid="5"/>
                                        </p:tgtEl>
                                        <p:attrNameLst>
                                          <p:attrName>ppt_y</p:attrName>
                                        </p:attrNameLst>
                                      </p:cBhvr>
                                      <p:tavLst>
                                        <p:tav tm="0">
                                          <p:val>
                                            <p:strVal val="#ppt_y+.04"/>
                                          </p:val>
                                        </p:tav>
                                        <p:tav tm="100000">
                                          <p:val>
                                            <p:strVal val="#ppt_y"/>
                                          </p:val>
                                        </p:tav>
                                      </p:tavLst>
                                    </p:anim>
                                  </p:childTnLst>
                                </p:cTn>
                              </p:par>
                              <p:par>
                                <p:cTn id="27" presetID="42" presetClass="entr" presetSubtype="0" fill="hold" nodeType="withEffect">
                                  <p:stCondLst>
                                    <p:cond delay="56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800"/>
                                        <p:tgtEl>
                                          <p:spTgt spid="6"/>
                                        </p:tgtEl>
                                      </p:cBhvr>
                                    </p:animEffect>
                                    <p:anim calcmode="lin" valueType="num">
                                      <p:cBhvr additive="base">
                                        <p:cTn id="25" dur="800" fill="hold" decel="100000"/>
                                        <p:tgtEl>
                                          <p:spTgt spid="6"/>
                                        </p:tgtEl>
                                        <p:attrNameLst>
                                          <p:attrName>ppt_x</p:attrName>
                                        </p:attrNameLst>
                                      </p:cBhvr>
                                      <p:tavLst>
                                        <p:tav tm="0">
                                          <p:val>
                                            <p:strVal val="#ppt_x"/>
                                          </p:val>
                                        </p:tav>
                                        <p:tav tm="100000">
                                          <p:val>
                                            <p:strVal val="#ppt_x"/>
                                          </p:val>
                                        </p:tav>
                                      </p:tavLst>
                                    </p:anim>
                                    <p:anim calcmode="lin" valueType="num">
                                      <p:cBhvr additive="base">
                                        <p:cTn id="26" dur="800" fill="hold" decel="100000"/>
                                        <p:tgtEl>
                                          <p:spTgt spid="6"/>
                                        </p:tgtEl>
                                        <p:attrNameLst>
                                          <p:attrName>ppt_y</p:attrName>
                                        </p:attrNameLst>
                                      </p:cBhvr>
                                      <p:tavLst>
                                        <p:tav tm="0">
                                          <p:val>
                                            <p:strVal val="#ppt_y+.04"/>
                                          </p:val>
                                        </p:tav>
                                        <p:tav tm="100000">
                                          <p:val>
                                            <p:strVal val="#ppt_y"/>
                                          </p:val>
                                        </p:tav>
                                      </p:tavLst>
                                    </p:anim>
                                  </p:childTnLst>
                                </p:cTn>
                              </p:par>
                              <p:par>
                                <p:cTn id="32" presetID="42" presetClass="entr" presetSubtype="0" fill="hold" nodeType="withEffect">
                                  <p:stCondLst>
                                    <p:cond delay="65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800"/>
                                        <p:tgtEl>
                                          <p:spTgt spid="7"/>
                                        </p:tgtEl>
                                      </p:cBhvr>
                                    </p:animEffect>
                                    <p:anim calcmode="lin" valueType="num">
                                      <p:cBhvr additive="base">
                                        <p:cTn id="30" dur="800" fill="hold" decel="100000"/>
                                        <p:tgtEl>
                                          <p:spTgt spid="7"/>
                                        </p:tgtEl>
                                        <p:attrNameLst>
                                          <p:attrName>ppt_x</p:attrName>
                                        </p:attrNameLst>
                                      </p:cBhvr>
                                      <p:tavLst>
                                        <p:tav tm="0">
                                          <p:val>
                                            <p:strVal val="#ppt_x"/>
                                          </p:val>
                                        </p:tav>
                                        <p:tav tm="100000">
                                          <p:val>
                                            <p:strVal val="#ppt_x"/>
                                          </p:val>
                                        </p:tav>
                                      </p:tavLst>
                                    </p:anim>
                                    <p:anim calcmode="lin" valueType="num">
                                      <p:cBhvr additive="base">
                                        <p:cTn id="31" dur="800" fill="hold" decel="100000"/>
                                        <p:tgtEl>
                                          <p:spTgt spid="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0" descr="headline rv">    </p:cNvPr>
          <p:cNvPicPr>
            <a:picLocks noChangeAspect="1"/>
          </p:cNvPicPr>
          <p:nvPr/>
        </p:nvPicPr>
        <p:blipFill>
          <a:blip r:embed="rId2"/>
          <a:stretch>
            <a:fillRect/>
          </a:stretch>
        </p:blipFill>
        <p:spPr>
          <a:xfrm>
            <a:off x="761970" y="952439"/>
            <a:ext cx="10667756" cy="558790"/>
          </a:xfrm>
          <a:prstGeom prst="rect">
            <a:avLst/>
          </a:prstGeom>
        </p:spPr>
      </p:pic>
      <p:pic>
        <p:nvPicPr>
          <p:cNvPr id="3" name="L1" descr="code rv">    </p:cNvPr>
          <p:cNvPicPr>
            <a:picLocks noChangeAspect="1"/>
          </p:cNvPicPr>
          <p:nvPr/>
        </p:nvPicPr>
        <p:blipFill>
          <a:blip r:embed="rId3"/>
          <a:stretch>
            <a:fillRect/>
          </a:stretch>
        </p:blipFill>
        <p:spPr>
          <a:xfrm>
            <a:off x="761970" y="1841419"/>
            <a:ext cx="5244998" cy="1828800"/>
          </a:xfrm>
          <a:prstGeom prst="rect">
            <a:avLst/>
          </a:prstGeom>
        </p:spPr>
      </p:pic>
      <p:pic>
        <p:nvPicPr>
          <p:cNvPr id="4" name="L2" descr="code rv">    </p:cNvPr>
          <p:cNvPicPr>
            <a:picLocks noChangeAspect="1"/>
          </p:cNvPicPr>
          <p:nvPr/>
        </p:nvPicPr>
        <p:blipFill>
          <a:blip r:embed="rId4"/>
          <a:stretch>
            <a:fillRect/>
          </a:stretch>
        </p:blipFill>
        <p:spPr>
          <a:xfrm>
            <a:off x="6184727" y="1841419"/>
            <a:ext cx="5244998" cy="1828800"/>
          </a:xfrm>
          <a:prstGeom prst="rect">
            <a:avLst/>
          </a:prstGeom>
        </p:spPr>
      </p:pic>
      <p:pic>
        <p:nvPicPr>
          <p:cNvPr id="5" name="L3" descr="code rv">    </p:cNvPr>
          <p:cNvPicPr>
            <a:picLocks noChangeAspect="1"/>
          </p:cNvPicPr>
          <p:nvPr/>
        </p:nvPicPr>
        <p:blipFill>
          <a:blip r:embed="rId5"/>
          <a:stretch>
            <a:fillRect/>
          </a:stretch>
        </p:blipFill>
        <p:spPr>
          <a:xfrm>
            <a:off x="761970" y="3841669"/>
            <a:ext cx="5244998" cy="1828800"/>
          </a:xfrm>
          <a:prstGeom prst="rect">
            <a:avLst/>
          </a:prstGeom>
        </p:spPr>
      </p:pic>
      <p:pic>
        <p:nvPicPr>
          <p:cNvPr id="6" name="L4" descr="code rv">    </p:cNvPr>
          <p:cNvPicPr>
            <a:picLocks noChangeAspect="1"/>
          </p:cNvPicPr>
          <p:nvPr/>
        </p:nvPicPr>
        <p:blipFill>
          <a:blip r:embed="rId6"/>
          <a:stretch>
            <a:fillRect/>
          </a:stretch>
        </p:blipFill>
        <p:spPr>
          <a:xfrm>
            <a:off x="6184727" y="3841669"/>
            <a:ext cx="5244998" cy="1828800"/>
          </a:xfrm>
          <a:prstGeom prst="rect">
            <a:avLst/>
          </a:prstGeom>
        </p:spPr>
      </p:pic>
    </p:spTree>
  </p:cSld>
  <p:clrMapOvr>
    <a:masterClrMapping/>
  </p:clrMapOvr>
  <p:transition spd="slow">
    <p:push dir="l"/>
  </p:transition>
  <p:timing>
    <p:tnLst>
      <p:par>
        <p:cTn id="1" dur="indefinite" restart="never" nodeType="tmRoot">
          <p:childTnLst>
            <p:seq concurrent="1" nextAc="seek">
              <p:cTn id="2" dur="indefinite" nodeType="mainSeq">
                <p:childTnLst>
                  <p:par>
                    <p:cTn id="28" fill="hold">
                      <p:stCondLst>
                        <p:cond delay="indefinite"/>
                        <p:cond evt="onBegin" delay="0">
                          <p:tn val="2"/>
                        </p:cond>
                      </p:stCondLst>
                      <p:childTnLst>
                        <p:par>
                          <p:cTn id="29" fill="hold">
                            <p:stCondLst>
                              <p:cond delay="0"/>
                            </p:stCondLst>
                            <p:childTnLst>
                              <p:par>
                                <p:cTn id="7" presetID="42" presetClass="entr" presetSubtype="0" fill="hold" nodeType="afterEffect">
                                  <p:stCondLst>
                                    <p:cond delay="200"/>
                                  </p:stCondLst>
                                  <p:childTnLst>
                                    <p:set>
                                      <p:cBhvr>
                                        <p:cTn id="3" dur="1" fill="hold">
                                          <p:stCondLst>
                                            <p:cond delay="0"/>
                                          </p:stCondLst>
                                        </p:cTn>
                                        <p:tgtEl>
                                          <p:spTgt spid="2"/>
                                        </p:tgtEl>
                                        <p:attrNameLst>
                                          <p:attrName>style.visibility</p:attrName>
                                        </p:attrNameLst>
                                      </p:cBhvr>
                                      <p:to>
                                        <p:strVal val="visible"/>
                                      </p:to>
                                    </p:set>
                                    <p:animEffect transition="in" filter="fade">
                                      <p:cBhvr>
                                        <p:cTn id="4" dur="800"/>
                                        <p:tgtEl>
                                          <p:spTgt spid="2"/>
                                        </p:tgtEl>
                                      </p:cBhvr>
                                    </p:animEffect>
                                    <p:anim calcmode="lin" valueType="num">
                                      <p:cBhvr additive="base">
                                        <p:cTn id="5" dur="800" fill="hold" decel="100000"/>
                                        <p:tgtEl>
                                          <p:spTgt spid="2"/>
                                        </p:tgtEl>
                                        <p:attrNameLst>
                                          <p:attrName>ppt_x</p:attrName>
                                        </p:attrNameLst>
                                      </p:cBhvr>
                                      <p:tavLst>
                                        <p:tav tm="0">
                                          <p:val>
                                            <p:strVal val="#ppt_x"/>
                                          </p:val>
                                        </p:tav>
                                        <p:tav tm="100000">
                                          <p:val>
                                            <p:strVal val="#ppt_x"/>
                                          </p:val>
                                        </p:tav>
                                      </p:tavLst>
                                    </p:anim>
                                    <p:anim calcmode="lin" valueType="num">
                                      <p:cBhvr additive="base">
                                        <p:cTn id="6" dur="800" fill="hold" decel="100000"/>
                                        <p:tgtEl>
                                          <p:spTgt spid="2"/>
                                        </p:tgtEl>
                                        <p:attrNameLst>
                                          <p:attrName>ppt_y</p:attrName>
                                        </p:attrNameLst>
                                      </p:cBhvr>
                                      <p:tavLst>
                                        <p:tav tm="0">
                                          <p:val>
                                            <p:strVal val="#ppt_y+.04"/>
                                          </p:val>
                                        </p:tav>
                                        <p:tav tm="100000">
                                          <p:val>
                                            <p:strVal val="#ppt_y"/>
                                          </p:val>
                                        </p:tav>
                                      </p:tavLst>
                                    </p:anim>
                                  </p:childTnLst>
                                </p:cTn>
                              </p:par>
                              <p:par>
                                <p:cTn id="12" presetID="42" presetClass="entr" presetSubtype="0" fill="hold" nodeType="withEffect">
                                  <p:stCondLst>
                                    <p:cond delay="29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800"/>
                                        <p:tgtEl>
                                          <p:spTgt spid="3"/>
                                        </p:tgtEl>
                                      </p:cBhvr>
                                    </p:animEffect>
                                    <p:anim calcmode="lin" valueType="num">
                                      <p:cBhvr additive="base">
                                        <p:cTn id="10" dur="800" fill="hold" decel="100000"/>
                                        <p:tgtEl>
                                          <p:spTgt spid="3"/>
                                        </p:tgtEl>
                                        <p:attrNameLst>
                                          <p:attrName>ppt_x</p:attrName>
                                        </p:attrNameLst>
                                      </p:cBhvr>
                                      <p:tavLst>
                                        <p:tav tm="0">
                                          <p:val>
                                            <p:strVal val="#ppt_x"/>
                                          </p:val>
                                        </p:tav>
                                        <p:tav tm="100000">
                                          <p:val>
                                            <p:strVal val="#ppt_x"/>
                                          </p:val>
                                        </p:tav>
                                      </p:tavLst>
                                    </p:anim>
                                    <p:anim calcmode="lin" valueType="num">
                                      <p:cBhvr additive="base">
                                        <p:cTn id="11" dur="800" fill="hold" decel="100000"/>
                                        <p:tgtEl>
                                          <p:spTgt spid="3"/>
                                        </p:tgtEl>
                                        <p:attrNameLst>
                                          <p:attrName>ppt_y</p:attrName>
                                        </p:attrNameLst>
                                      </p:cBhvr>
                                      <p:tavLst>
                                        <p:tav tm="0">
                                          <p:val>
                                            <p:strVal val="#ppt_y+.04"/>
                                          </p:val>
                                        </p:tav>
                                        <p:tav tm="100000">
                                          <p:val>
                                            <p:strVal val="#ppt_y"/>
                                          </p:val>
                                        </p:tav>
                                      </p:tavLst>
                                    </p:anim>
                                  </p:childTnLst>
                                </p:cTn>
                              </p:par>
                              <p:par>
                                <p:cTn id="17" presetID="42" presetClass="entr" presetSubtype="0" fill="hold" nodeType="withEffect">
                                  <p:stCondLst>
                                    <p:cond delay="38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800"/>
                                        <p:tgtEl>
                                          <p:spTgt spid="4"/>
                                        </p:tgtEl>
                                      </p:cBhvr>
                                    </p:animEffect>
                                    <p:anim calcmode="lin" valueType="num">
                                      <p:cBhvr additive="base">
                                        <p:cTn id="15" dur="800" fill="hold" decel="100000"/>
                                        <p:tgtEl>
                                          <p:spTgt spid="4"/>
                                        </p:tgtEl>
                                        <p:attrNameLst>
                                          <p:attrName>ppt_x</p:attrName>
                                        </p:attrNameLst>
                                      </p:cBhvr>
                                      <p:tavLst>
                                        <p:tav tm="0">
                                          <p:val>
                                            <p:strVal val="#ppt_x"/>
                                          </p:val>
                                        </p:tav>
                                        <p:tav tm="100000">
                                          <p:val>
                                            <p:strVal val="#ppt_x"/>
                                          </p:val>
                                        </p:tav>
                                      </p:tavLst>
                                    </p:anim>
                                    <p:anim calcmode="lin" valueType="num">
                                      <p:cBhvr additive="base">
                                        <p:cTn id="16" dur="800" fill="hold" decel="100000"/>
                                        <p:tgtEl>
                                          <p:spTgt spid="4"/>
                                        </p:tgtEl>
                                        <p:attrNameLst>
                                          <p:attrName>ppt_y</p:attrName>
                                        </p:attrNameLst>
                                      </p:cBhvr>
                                      <p:tavLst>
                                        <p:tav tm="0">
                                          <p:val>
                                            <p:strVal val="#ppt_y+.04"/>
                                          </p:val>
                                        </p:tav>
                                        <p:tav tm="100000">
                                          <p:val>
                                            <p:strVal val="#ppt_y"/>
                                          </p:val>
                                        </p:tav>
                                      </p:tavLst>
                                    </p:anim>
                                  </p:childTnLst>
                                </p:cTn>
                              </p:par>
                              <p:par>
                                <p:cTn id="22" presetID="42" presetClass="entr" presetSubtype="0" fill="hold" nodeType="withEffect">
                                  <p:stCondLst>
                                    <p:cond delay="47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800"/>
                                        <p:tgtEl>
                                          <p:spTgt spid="5"/>
                                        </p:tgtEl>
                                      </p:cBhvr>
                                    </p:animEffect>
                                    <p:anim calcmode="lin" valueType="num">
                                      <p:cBhvr additive="base">
                                        <p:cTn id="20" dur="800" fill="hold" decel="100000"/>
                                        <p:tgtEl>
                                          <p:spTgt spid="5"/>
                                        </p:tgtEl>
                                        <p:attrNameLst>
                                          <p:attrName>ppt_x</p:attrName>
                                        </p:attrNameLst>
                                      </p:cBhvr>
                                      <p:tavLst>
                                        <p:tav tm="0">
                                          <p:val>
                                            <p:strVal val="#ppt_x"/>
                                          </p:val>
                                        </p:tav>
                                        <p:tav tm="100000">
                                          <p:val>
                                            <p:strVal val="#ppt_x"/>
                                          </p:val>
                                        </p:tav>
                                      </p:tavLst>
                                    </p:anim>
                                    <p:anim calcmode="lin" valueType="num">
                                      <p:cBhvr additive="base">
                                        <p:cTn id="21" dur="800" fill="hold" decel="100000"/>
                                        <p:tgtEl>
                                          <p:spTgt spid="5"/>
                                        </p:tgtEl>
                                        <p:attrNameLst>
                                          <p:attrName>ppt_y</p:attrName>
                                        </p:attrNameLst>
                                      </p:cBhvr>
                                      <p:tavLst>
                                        <p:tav tm="0">
                                          <p:val>
                                            <p:strVal val="#ppt_y+.04"/>
                                          </p:val>
                                        </p:tav>
                                        <p:tav tm="100000">
                                          <p:val>
                                            <p:strVal val="#ppt_y"/>
                                          </p:val>
                                        </p:tav>
                                      </p:tavLst>
                                    </p:anim>
                                  </p:childTnLst>
                                </p:cTn>
                              </p:par>
                              <p:par>
                                <p:cTn id="27" presetID="42" presetClass="entr" presetSubtype="0" fill="hold" nodeType="withEffect">
                                  <p:stCondLst>
                                    <p:cond delay="56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800"/>
                                        <p:tgtEl>
                                          <p:spTgt spid="6"/>
                                        </p:tgtEl>
                                      </p:cBhvr>
                                    </p:animEffect>
                                    <p:anim calcmode="lin" valueType="num">
                                      <p:cBhvr additive="base">
                                        <p:cTn id="25" dur="800" fill="hold" decel="100000"/>
                                        <p:tgtEl>
                                          <p:spTgt spid="6"/>
                                        </p:tgtEl>
                                        <p:attrNameLst>
                                          <p:attrName>ppt_x</p:attrName>
                                        </p:attrNameLst>
                                      </p:cBhvr>
                                      <p:tavLst>
                                        <p:tav tm="0">
                                          <p:val>
                                            <p:strVal val="#ppt_x"/>
                                          </p:val>
                                        </p:tav>
                                        <p:tav tm="100000">
                                          <p:val>
                                            <p:strVal val="#ppt_x"/>
                                          </p:val>
                                        </p:tav>
                                      </p:tavLst>
                                    </p:anim>
                                    <p:anim calcmode="lin" valueType="num">
                                      <p:cBhvr additive="base">
                                        <p:cTn id="26" dur="800" fill="hold" decel="100000"/>
                                        <p:tgtEl>
                                          <p:spTgt spid="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0" descr="sky rv is-dusk">    </p:cNvPr>
          <p:cNvPicPr>
            <a:picLocks noChangeAspect="1"/>
          </p:cNvPicPr>
          <p:nvPr/>
        </p:nvPicPr>
        <p:blipFill>
          <a:blip r:embed="rId2"/>
          <a:stretch>
            <a:fillRect/>
          </a:stretch>
        </p:blipFill>
        <p:spPr>
          <a:xfrm>
            <a:off x="761970" y="1015990"/>
            <a:ext cx="5333878" cy="5016398"/>
          </a:xfrm>
          <a:prstGeom prst="rect">
            <a:avLst/>
          </a:prstGeom>
        </p:spPr>
      </p:pic>
      <p:sp>
        <p:nvSpPr>
          <p:cNvPr id="3" name="SUN"/>
          <p:cNvSpPr/>
          <p:nvPr/>
        </p:nvSpPr>
        <p:spPr>
          <a:xfrm>
            <a:off x="1028700" y="4330598"/>
            <a:ext cx="482620" cy="482620"/>
          </a:xfrm>
          <a:prstGeom prst="ellipse">
            <a:avLst/>
          </a:prstGeom>
          <a:solidFill>
            <a:srgbClr val="FFCF5A"/>
          </a:solidFill>
          <a:ln/>
        </p:spPr>
      </p:sp>
      <p:pic>
        <p:nvPicPr>
          <p:cNvPr id="4" name="L1" descr="dusk">    </p:cNvPr>
          <p:cNvPicPr>
            <a:picLocks noChangeAspect="1"/>
          </p:cNvPicPr>
          <p:nvPr/>
        </p:nvPicPr>
        <p:blipFill>
          <a:blip r:embed="rId3"/>
          <a:stretch>
            <a:fillRect/>
          </a:stretch>
        </p:blipFill>
        <p:spPr>
          <a:xfrm>
            <a:off x="761970" y="1015990"/>
            <a:ext cx="5333878" cy="5016398"/>
          </a:xfrm>
          <a:prstGeom prst="rect">
            <a:avLst/>
          </a:prstGeom>
        </p:spPr>
      </p:pic>
      <p:pic>
        <p:nvPicPr>
          <p:cNvPr id="5" name="L2" descr="headline rv">    </p:cNvPr>
          <p:cNvPicPr>
            <a:picLocks noChangeAspect="1"/>
          </p:cNvPicPr>
          <p:nvPr/>
        </p:nvPicPr>
        <p:blipFill>
          <a:blip r:embed="rId4"/>
          <a:stretch>
            <a:fillRect/>
          </a:stretch>
        </p:blipFill>
        <p:spPr>
          <a:xfrm>
            <a:off x="6603797" y="1574780"/>
            <a:ext cx="4825837" cy="1123889"/>
          </a:xfrm>
          <a:prstGeom prst="rect">
            <a:avLst/>
          </a:prstGeom>
        </p:spPr>
      </p:pic>
      <p:pic>
        <p:nvPicPr>
          <p:cNvPr id="6" name="L3" descr="lede rv">    </p:cNvPr>
          <p:cNvPicPr>
            <a:picLocks noChangeAspect="1"/>
          </p:cNvPicPr>
          <p:nvPr/>
        </p:nvPicPr>
        <p:blipFill>
          <a:blip r:embed="rId5"/>
          <a:stretch>
            <a:fillRect/>
          </a:stretch>
        </p:blipFill>
        <p:spPr>
          <a:xfrm>
            <a:off x="6603797" y="2895539"/>
            <a:ext cx="4825837" cy="774680"/>
          </a:xfrm>
          <a:prstGeom prst="rect">
            <a:avLst/>
          </a:prstGeom>
        </p:spPr>
      </p:pic>
      <p:pic>
        <p:nvPicPr>
          <p:cNvPr id="7" name="L4" descr="stat-row rv">    </p:cNvPr>
          <p:cNvPicPr>
            <a:picLocks noChangeAspect="1"/>
          </p:cNvPicPr>
          <p:nvPr/>
        </p:nvPicPr>
        <p:blipFill>
          <a:blip r:embed="rId6"/>
          <a:stretch>
            <a:fillRect/>
          </a:stretch>
        </p:blipFill>
        <p:spPr>
          <a:xfrm>
            <a:off x="6603797" y="3867089"/>
            <a:ext cx="4825837" cy="641360"/>
          </a:xfrm>
          <a:prstGeom prst="rect">
            <a:avLst/>
          </a:prstGeom>
        </p:spPr>
      </p:pic>
      <p:pic>
        <p:nvPicPr>
          <p:cNvPr id="8" name="L5" descr="tips rv">    </p:cNvPr>
          <p:cNvPicPr>
            <a:picLocks noChangeAspect="1"/>
          </p:cNvPicPr>
          <p:nvPr/>
        </p:nvPicPr>
        <p:blipFill>
          <a:blip r:embed="rId7"/>
          <a:stretch>
            <a:fillRect/>
          </a:stretch>
        </p:blipFill>
        <p:spPr>
          <a:xfrm>
            <a:off x="6603797" y="4705228"/>
            <a:ext cx="4825837" cy="76837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6" fill="hold">
                      <p:stCondLst>
                        <p:cond delay="indefinite"/>
                        <p:cond evt="onBegin" delay="0">
                          <p:tn val="2"/>
                        </p:cond>
                      </p:stCondLst>
                      <p:childTnLst>
                        <p:par>
                          <p:cTn id="37" fill="hold">
                            <p:stCondLst>
                              <p:cond delay="0"/>
                            </p:stCondLst>
                            <p:childTnLst>
                              <p:par>
                                <p:cTn id="7" presetID="42" presetClass="entr" presetSubtype="0" fill="hold" nodeType="afterEffect">
                                  <p:stCondLst>
                                    <p:cond delay="200"/>
                                  </p:stCondLst>
                                  <p:childTnLst>
                                    <p:set>
                                      <p:cBhvr>
                                        <p:cTn id="3" dur="1" fill="hold">
                                          <p:stCondLst>
                                            <p:cond delay="0"/>
                                          </p:stCondLst>
                                        </p:cTn>
                                        <p:tgtEl>
                                          <p:spTgt spid="2"/>
                                        </p:tgtEl>
                                        <p:attrNameLst>
                                          <p:attrName>style.visibility</p:attrName>
                                        </p:attrNameLst>
                                      </p:cBhvr>
                                      <p:to>
                                        <p:strVal val="visible"/>
                                      </p:to>
                                    </p:set>
                                    <p:animEffect transition="in" filter="fade">
                                      <p:cBhvr>
                                        <p:cTn id="4" dur="800"/>
                                        <p:tgtEl>
                                          <p:spTgt spid="2"/>
                                        </p:tgtEl>
                                      </p:cBhvr>
                                    </p:animEffect>
                                    <p:anim calcmode="lin" valueType="num">
                                      <p:cBhvr additive="base">
                                        <p:cTn id="5" dur="800" fill="hold" decel="100000"/>
                                        <p:tgtEl>
                                          <p:spTgt spid="2"/>
                                        </p:tgtEl>
                                        <p:attrNameLst>
                                          <p:attrName>ppt_x</p:attrName>
                                        </p:attrNameLst>
                                      </p:cBhvr>
                                      <p:tavLst>
                                        <p:tav tm="0">
                                          <p:val>
                                            <p:strVal val="#ppt_x"/>
                                          </p:val>
                                        </p:tav>
                                        <p:tav tm="100000">
                                          <p:val>
                                            <p:strVal val="#ppt_x"/>
                                          </p:val>
                                        </p:tav>
                                      </p:tavLst>
                                    </p:anim>
                                    <p:anim calcmode="lin" valueType="num">
                                      <p:cBhvr additive="base">
                                        <p:cTn id="6" dur="800" fill="hold" decel="100000"/>
                                        <p:tgtEl>
                                          <p:spTgt spid="2"/>
                                        </p:tgtEl>
                                        <p:attrNameLst>
                                          <p:attrName>ppt_y</p:attrName>
                                        </p:attrNameLst>
                                      </p:cBhvr>
                                      <p:tavLst>
                                        <p:tav tm="0">
                                          <p:val>
                                            <p:strVal val="#ppt_y+.04"/>
                                          </p:val>
                                        </p:tav>
                                        <p:tav tm="100000">
                                          <p:val>
                                            <p:strVal val="#ppt_y"/>
                                          </p:val>
                                        </p:tav>
                                      </p:tavLst>
                                    </p:anim>
                                  </p:childTnLst>
                                </p:cTn>
                              </p:par>
                              <p:par>
                                <p:cTn id="10" presetID="10" presetClass="entr" presetSubtype="0" fill="hold" nodeType="withEffect">
                                  <p:stCondLst>
                                    <p:cond delay="20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800"/>
                                        <p:tgtEl>
                                          <p:spTgt spid="3"/>
                                        </p:tgtEl>
                                      </p:cBhvr>
                                    </p:animEffect>
                                  </p:childTnLst>
                                </p:cTn>
                              </p:par>
                              <p:par>
                                <p:cTn id="12" presetID="0" presetClass="path" presetSubtype="0" fill="hold" nodeType="withEffect">
                                  <p:stCondLst>
                                    <p:cond delay="900"/>
                                  </p:stCondLst>
                                  <p:childTnLst>
                                    <p:animMotion origin="layout" path="M 0 0 C 0.1181 -0.2346 0.2361 -0.2346 0.3542 0.0000 L 0.3646 0.0833 E" pathEditMode="relative" ptsTypes="">
                                      <p:cBhvr>
                                        <p:cTn id="11" dur="3600" fill="hold"/>
                                        <p:tgtEl>
                                          <p:spTgt spid="3"/>
                                        </p:tgtEl>
                                        <p:attrNameLst>
                                          <p:attrName>ppt_x</p:attrName>
                                          <p:attrName>ppt_y</p:attrName>
                                        </p:attrNameLst>
                                      </p:cBhvr>
                                    </p:animMotion>
                                  </p:childTnLst>
                                </p:cTn>
                              </p:par>
                              <p:par>
                                <p:cTn id="15" presetID="10" presetClass="entr" presetSubtype="0" fill="hold" nodeType="withEffect">
                                  <p:stCondLst>
                                    <p:cond delay="430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600"/>
                                        <p:tgtEl>
                                          <p:spTgt spid="4"/>
                                        </p:tgtEl>
                                      </p:cBhvr>
                                    </p:animEffect>
                                  </p:childTnLst>
                                </p:cTn>
                              </p:par>
                              <p:par>
                                <p:cTn id="20" presetID="42" presetClass="entr" presetSubtype="0" fill="hold" nodeType="withEffect">
                                  <p:stCondLst>
                                    <p:cond delay="29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800"/>
                                        <p:tgtEl>
                                          <p:spTgt spid="5"/>
                                        </p:tgtEl>
                                      </p:cBhvr>
                                    </p:animEffect>
                                    <p:anim calcmode="lin" valueType="num">
                                      <p:cBhvr additive="base">
                                        <p:cTn id="18" dur="800" fill="hold" decel="100000"/>
                                        <p:tgtEl>
                                          <p:spTgt spid="5"/>
                                        </p:tgtEl>
                                        <p:attrNameLst>
                                          <p:attrName>ppt_x</p:attrName>
                                        </p:attrNameLst>
                                      </p:cBhvr>
                                      <p:tavLst>
                                        <p:tav tm="0">
                                          <p:val>
                                            <p:strVal val="#ppt_x"/>
                                          </p:val>
                                        </p:tav>
                                        <p:tav tm="100000">
                                          <p:val>
                                            <p:strVal val="#ppt_x"/>
                                          </p:val>
                                        </p:tav>
                                      </p:tavLst>
                                    </p:anim>
                                    <p:anim calcmode="lin" valueType="num">
                                      <p:cBhvr additive="base">
                                        <p:cTn id="19" dur="800" fill="hold" decel="100000"/>
                                        <p:tgtEl>
                                          <p:spTgt spid="5"/>
                                        </p:tgtEl>
                                        <p:attrNameLst>
                                          <p:attrName>ppt_y</p:attrName>
                                        </p:attrNameLst>
                                      </p:cBhvr>
                                      <p:tavLst>
                                        <p:tav tm="0">
                                          <p:val>
                                            <p:strVal val="#ppt_y+.04"/>
                                          </p:val>
                                        </p:tav>
                                        <p:tav tm="100000">
                                          <p:val>
                                            <p:strVal val="#ppt_y"/>
                                          </p:val>
                                        </p:tav>
                                      </p:tavLst>
                                    </p:anim>
                                  </p:childTnLst>
                                </p:cTn>
                              </p:par>
                              <p:par>
                                <p:cTn id="25" presetID="42" presetClass="entr" presetSubtype="0" fill="hold" nodeType="withEffect">
                                  <p:stCondLst>
                                    <p:cond delay="38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800"/>
                                        <p:tgtEl>
                                          <p:spTgt spid="6"/>
                                        </p:tgtEl>
                                      </p:cBhvr>
                                    </p:animEffect>
                                    <p:anim calcmode="lin" valueType="num">
                                      <p:cBhvr additive="base">
                                        <p:cTn id="23" dur="800" fill="hold" decel="100000"/>
                                        <p:tgtEl>
                                          <p:spTgt spid="6"/>
                                        </p:tgtEl>
                                        <p:attrNameLst>
                                          <p:attrName>ppt_x</p:attrName>
                                        </p:attrNameLst>
                                      </p:cBhvr>
                                      <p:tavLst>
                                        <p:tav tm="0">
                                          <p:val>
                                            <p:strVal val="#ppt_x"/>
                                          </p:val>
                                        </p:tav>
                                        <p:tav tm="100000">
                                          <p:val>
                                            <p:strVal val="#ppt_x"/>
                                          </p:val>
                                        </p:tav>
                                      </p:tavLst>
                                    </p:anim>
                                    <p:anim calcmode="lin" valueType="num">
                                      <p:cBhvr additive="base">
                                        <p:cTn id="24" dur="800" fill="hold" decel="100000"/>
                                        <p:tgtEl>
                                          <p:spTgt spid="6"/>
                                        </p:tgtEl>
                                        <p:attrNameLst>
                                          <p:attrName>ppt_y</p:attrName>
                                        </p:attrNameLst>
                                      </p:cBhvr>
                                      <p:tavLst>
                                        <p:tav tm="0">
                                          <p:val>
                                            <p:strVal val="#ppt_y+.04"/>
                                          </p:val>
                                        </p:tav>
                                        <p:tav tm="100000">
                                          <p:val>
                                            <p:strVal val="#ppt_y"/>
                                          </p:val>
                                        </p:tav>
                                      </p:tavLst>
                                    </p:anim>
                                  </p:childTnLst>
                                </p:cTn>
                              </p:par>
                              <p:par>
                                <p:cTn id="30" presetID="42" presetClass="entr" presetSubtype="0" fill="hold" nodeType="withEffect">
                                  <p:stCondLst>
                                    <p:cond delay="47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800"/>
                                        <p:tgtEl>
                                          <p:spTgt spid="7"/>
                                        </p:tgtEl>
                                      </p:cBhvr>
                                    </p:animEffect>
                                    <p:anim calcmode="lin" valueType="num">
                                      <p:cBhvr additive="base">
                                        <p:cTn id="28" dur="800" fill="hold" decel="100000"/>
                                        <p:tgtEl>
                                          <p:spTgt spid="7"/>
                                        </p:tgtEl>
                                        <p:attrNameLst>
                                          <p:attrName>ppt_x</p:attrName>
                                        </p:attrNameLst>
                                      </p:cBhvr>
                                      <p:tavLst>
                                        <p:tav tm="0">
                                          <p:val>
                                            <p:strVal val="#ppt_x"/>
                                          </p:val>
                                        </p:tav>
                                        <p:tav tm="100000">
                                          <p:val>
                                            <p:strVal val="#ppt_x"/>
                                          </p:val>
                                        </p:tav>
                                      </p:tavLst>
                                    </p:anim>
                                    <p:anim calcmode="lin" valueType="num">
                                      <p:cBhvr additive="base">
                                        <p:cTn id="29" dur="800" fill="hold" decel="100000"/>
                                        <p:tgtEl>
                                          <p:spTgt spid="7"/>
                                        </p:tgtEl>
                                        <p:attrNameLst>
                                          <p:attrName>ppt_y</p:attrName>
                                        </p:attrNameLst>
                                      </p:cBhvr>
                                      <p:tavLst>
                                        <p:tav tm="0">
                                          <p:val>
                                            <p:strVal val="#ppt_y+.04"/>
                                          </p:val>
                                        </p:tav>
                                        <p:tav tm="100000">
                                          <p:val>
                                            <p:strVal val="#ppt_y"/>
                                          </p:val>
                                        </p:tav>
                                      </p:tavLst>
                                    </p:anim>
                                  </p:childTnLst>
                                </p:cTn>
                              </p:par>
                              <p:par>
                                <p:cTn id="35" presetID="42" presetClass="entr" presetSubtype="0" fill="hold" nodeType="withEffect">
                                  <p:stCondLst>
                                    <p:cond delay="56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800"/>
                                        <p:tgtEl>
                                          <p:spTgt spid="8"/>
                                        </p:tgtEl>
                                      </p:cBhvr>
                                    </p:animEffect>
                                    <p:anim calcmode="lin" valueType="num">
                                      <p:cBhvr additive="base">
                                        <p:cTn id="33" dur="800" fill="hold" decel="100000"/>
                                        <p:tgtEl>
                                          <p:spTgt spid="8"/>
                                        </p:tgtEl>
                                        <p:attrNameLst>
                                          <p:attrName>ppt_x</p:attrName>
                                        </p:attrNameLst>
                                      </p:cBhvr>
                                      <p:tavLst>
                                        <p:tav tm="0">
                                          <p:val>
                                            <p:strVal val="#ppt_x"/>
                                          </p:val>
                                        </p:tav>
                                        <p:tav tm="100000">
                                          <p:val>
                                            <p:strVal val="#ppt_x"/>
                                          </p:val>
                                        </p:tav>
                                      </p:tavLst>
                                    </p:anim>
                                    <p:anim calcmode="lin" valueType="num">
                                      <p:cBhvr additive="base">
                                        <p:cTn id="34" dur="800" fill="hold" decel="100000"/>
                                        <p:tgtEl>
                                          <p:spTgt spid="8"/>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0" descr="headline rv">    </p:cNvPr>
          <p:cNvPicPr>
            <a:picLocks noChangeAspect="1"/>
          </p:cNvPicPr>
          <p:nvPr/>
        </p:nvPicPr>
        <p:blipFill>
          <a:blip r:embed="rId2"/>
          <a:stretch>
            <a:fillRect/>
          </a:stretch>
        </p:blipFill>
        <p:spPr>
          <a:xfrm>
            <a:off x="761970" y="952439"/>
            <a:ext cx="10667756" cy="558790"/>
          </a:xfrm>
          <a:prstGeom prst="rect">
            <a:avLst/>
          </a:prstGeom>
        </p:spPr>
      </p:pic>
      <p:pic>
        <p:nvPicPr>
          <p:cNvPr id="3" name="L1" descr="lede rv">    </p:cNvPr>
          <p:cNvPicPr>
            <a:picLocks noChangeAspect="1"/>
          </p:cNvPicPr>
          <p:nvPr/>
        </p:nvPicPr>
        <p:blipFill>
          <a:blip r:embed="rId3"/>
          <a:stretch>
            <a:fillRect/>
          </a:stretch>
        </p:blipFill>
        <p:spPr>
          <a:xfrm>
            <a:off x="761970" y="1650949"/>
            <a:ext cx="6984827" cy="241310"/>
          </a:xfrm>
          <a:prstGeom prst="rect">
            <a:avLst/>
          </a:prstGeom>
        </p:spPr>
      </p:pic>
      <p:pic>
        <p:nvPicPr>
          <p:cNvPr id="4" name="L2" descr="flip rv">    </p:cNvPr>
          <p:cNvPicPr>
            <a:picLocks noChangeAspect="1"/>
          </p:cNvPicPr>
          <p:nvPr/>
        </p:nvPicPr>
        <p:blipFill>
          <a:blip r:embed="rId4"/>
          <a:stretch>
            <a:fillRect/>
          </a:stretch>
        </p:blipFill>
        <p:spPr>
          <a:xfrm>
            <a:off x="761970" y="2190720"/>
            <a:ext cx="2565349" cy="1720809"/>
          </a:xfrm>
          <a:prstGeom prst="rect">
            <a:avLst/>
          </a:prstGeom>
        </p:spPr>
      </p:pic>
      <p:pic>
        <p:nvPicPr>
          <p:cNvPr id="5" name="L3" descr="flip rv">    </p:cNvPr>
          <p:cNvPicPr>
            <a:picLocks noChangeAspect="1"/>
          </p:cNvPicPr>
          <p:nvPr/>
        </p:nvPicPr>
        <p:blipFill>
          <a:blip r:embed="rId5"/>
          <a:stretch>
            <a:fillRect/>
          </a:stretch>
        </p:blipFill>
        <p:spPr>
          <a:xfrm>
            <a:off x="3460638" y="2190720"/>
            <a:ext cx="2565349" cy="1720809"/>
          </a:xfrm>
          <a:prstGeom prst="rect">
            <a:avLst/>
          </a:prstGeom>
        </p:spPr>
      </p:pic>
      <p:pic>
        <p:nvPicPr>
          <p:cNvPr id="6" name="L4" descr="flip rv">    </p:cNvPr>
          <p:cNvPicPr>
            <a:picLocks noChangeAspect="1"/>
          </p:cNvPicPr>
          <p:nvPr/>
        </p:nvPicPr>
        <p:blipFill>
          <a:blip r:embed="rId6"/>
          <a:stretch>
            <a:fillRect/>
          </a:stretch>
        </p:blipFill>
        <p:spPr>
          <a:xfrm>
            <a:off x="6165708" y="2190720"/>
            <a:ext cx="2565349" cy="1720809"/>
          </a:xfrm>
          <a:prstGeom prst="rect">
            <a:avLst/>
          </a:prstGeom>
        </p:spPr>
      </p:pic>
      <p:pic>
        <p:nvPicPr>
          <p:cNvPr id="7" name="L5" descr="flip rv">    </p:cNvPr>
          <p:cNvPicPr>
            <a:picLocks noChangeAspect="1"/>
          </p:cNvPicPr>
          <p:nvPr/>
        </p:nvPicPr>
        <p:blipFill>
          <a:blip r:embed="rId7"/>
          <a:stretch>
            <a:fillRect/>
          </a:stretch>
        </p:blipFill>
        <p:spPr>
          <a:xfrm>
            <a:off x="8864376" y="2190720"/>
            <a:ext cx="2565349" cy="1720809"/>
          </a:xfrm>
          <a:prstGeom prst="rect">
            <a:avLst/>
          </a:prstGeom>
        </p:spPr>
      </p:pic>
      <p:pic>
        <p:nvPicPr>
          <p:cNvPr id="8" name="L6" descr="flip rv">    </p:cNvPr>
          <p:cNvPicPr>
            <a:picLocks noChangeAspect="1"/>
          </p:cNvPicPr>
          <p:nvPr/>
        </p:nvPicPr>
        <p:blipFill>
          <a:blip r:embed="rId8"/>
          <a:stretch>
            <a:fillRect/>
          </a:stretch>
        </p:blipFill>
        <p:spPr>
          <a:xfrm>
            <a:off x="761970" y="4044848"/>
            <a:ext cx="2565349" cy="1720809"/>
          </a:xfrm>
          <a:prstGeom prst="rect">
            <a:avLst/>
          </a:prstGeom>
        </p:spPr>
      </p:pic>
      <p:pic>
        <p:nvPicPr>
          <p:cNvPr id="9" name="L7" descr="flip rv">    </p:cNvPr>
          <p:cNvPicPr>
            <a:picLocks noChangeAspect="1"/>
          </p:cNvPicPr>
          <p:nvPr/>
        </p:nvPicPr>
        <p:blipFill>
          <a:blip r:embed="rId9"/>
          <a:stretch>
            <a:fillRect/>
          </a:stretch>
        </p:blipFill>
        <p:spPr>
          <a:xfrm>
            <a:off x="3460638" y="4044848"/>
            <a:ext cx="2565349" cy="1720809"/>
          </a:xfrm>
          <a:prstGeom prst="rect">
            <a:avLst/>
          </a:prstGeom>
        </p:spPr>
      </p:pic>
      <p:pic>
        <p:nvPicPr>
          <p:cNvPr id="10" name="L8" descr="flip rv">    </p:cNvPr>
          <p:cNvPicPr>
            <a:picLocks noChangeAspect="1"/>
          </p:cNvPicPr>
          <p:nvPr/>
        </p:nvPicPr>
        <p:blipFill>
          <a:blip r:embed="rId10"/>
          <a:stretch>
            <a:fillRect/>
          </a:stretch>
        </p:blipFill>
        <p:spPr>
          <a:xfrm>
            <a:off x="6165708" y="4044848"/>
            <a:ext cx="2565349" cy="1720809"/>
          </a:xfrm>
          <a:prstGeom prst="rect">
            <a:avLst/>
          </a:prstGeom>
        </p:spPr>
      </p:pic>
      <p:pic>
        <p:nvPicPr>
          <p:cNvPr id="11" name="L9" descr="flip rv">    </p:cNvPr>
          <p:cNvPicPr>
            <a:picLocks noChangeAspect="1"/>
          </p:cNvPicPr>
          <p:nvPr/>
        </p:nvPicPr>
        <p:blipFill>
          <a:blip r:embed="rId11"/>
          <a:stretch>
            <a:fillRect/>
          </a:stretch>
        </p:blipFill>
        <p:spPr>
          <a:xfrm>
            <a:off x="8864376" y="4044848"/>
            <a:ext cx="2565349" cy="1720809"/>
          </a:xfrm>
          <a:prstGeom prst="rect">
            <a:avLst/>
          </a:prstGeom>
        </p:spPr>
      </p:pic>
      <p:pic>
        <p:nvPicPr>
          <p:cNvPr id="12" name="L10" descr="back">    </p:cNvPr>
          <p:cNvPicPr>
            <a:picLocks noChangeAspect="1"/>
          </p:cNvPicPr>
          <p:nvPr/>
        </p:nvPicPr>
        <p:blipFill>
          <a:blip r:embed="rId12"/>
          <a:stretch>
            <a:fillRect/>
          </a:stretch>
        </p:blipFill>
        <p:spPr>
          <a:xfrm>
            <a:off x="761970" y="2190720"/>
            <a:ext cx="2565349" cy="1720809"/>
          </a:xfrm>
          <a:prstGeom prst="rect">
            <a:avLst/>
          </a:prstGeom>
        </p:spPr>
      </p:pic>
      <p:pic>
        <p:nvPicPr>
          <p:cNvPr id="13" name="L11" descr="back">    </p:cNvPr>
          <p:cNvPicPr>
            <a:picLocks noChangeAspect="1"/>
          </p:cNvPicPr>
          <p:nvPr/>
        </p:nvPicPr>
        <p:blipFill>
          <a:blip r:embed="rId13"/>
          <a:stretch>
            <a:fillRect/>
          </a:stretch>
        </p:blipFill>
        <p:spPr>
          <a:xfrm>
            <a:off x="3460638" y="2190720"/>
            <a:ext cx="2565349" cy="1720809"/>
          </a:xfrm>
          <a:prstGeom prst="rect">
            <a:avLst/>
          </a:prstGeom>
        </p:spPr>
      </p:pic>
      <p:pic>
        <p:nvPicPr>
          <p:cNvPr id="14" name="L12" descr="back">    </p:cNvPr>
          <p:cNvPicPr>
            <a:picLocks noChangeAspect="1"/>
          </p:cNvPicPr>
          <p:nvPr/>
        </p:nvPicPr>
        <p:blipFill>
          <a:blip r:embed="rId14"/>
          <a:stretch>
            <a:fillRect/>
          </a:stretch>
        </p:blipFill>
        <p:spPr>
          <a:xfrm>
            <a:off x="6165708" y="2190720"/>
            <a:ext cx="2565349" cy="1720809"/>
          </a:xfrm>
          <a:prstGeom prst="rect">
            <a:avLst/>
          </a:prstGeom>
        </p:spPr>
      </p:pic>
      <p:pic>
        <p:nvPicPr>
          <p:cNvPr id="15" name="L13" descr="back">    </p:cNvPr>
          <p:cNvPicPr>
            <a:picLocks noChangeAspect="1"/>
          </p:cNvPicPr>
          <p:nvPr/>
        </p:nvPicPr>
        <p:blipFill>
          <a:blip r:embed="rId15"/>
          <a:stretch>
            <a:fillRect/>
          </a:stretch>
        </p:blipFill>
        <p:spPr>
          <a:xfrm>
            <a:off x="8864376" y="2190720"/>
            <a:ext cx="2565349" cy="1720809"/>
          </a:xfrm>
          <a:prstGeom prst="rect">
            <a:avLst/>
          </a:prstGeom>
        </p:spPr>
      </p:pic>
      <p:pic>
        <p:nvPicPr>
          <p:cNvPr id="16" name="L14" descr="back">    </p:cNvPr>
          <p:cNvPicPr>
            <a:picLocks noChangeAspect="1"/>
          </p:cNvPicPr>
          <p:nvPr/>
        </p:nvPicPr>
        <p:blipFill>
          <a:blip r:embed="rId16"/>
          <a:stretch>
            <a:fillRect/>
          </a:stretch>
        </p:blipFill>
        <p:spPr>
          <a:xfrm>
            <a:off x="761970" y="4044848"/>
            <a:ext cx="2565349" cy="1720809"/>
          </a:xfrm>
          <a:prstGeom prst="rect">
            <a:avLst/>
          </a:prstGeom>
        </p:spPr>
      </p:pic>
      <p:pic>
        <p:nvPicPr>
          <p:cNvPr id="17" name="L15" descr="back">    </p:cNvPr>
          <p:cNvPicPr>
            <a:picLocks noChangeAspect="1"/>
          </p:cNvPicPr>
          <p:nvPr/>
        </p:nvPicPr>
        <p:blipFill>
          <a:blip r:embed="rId17"/>
          <a:stretch>
            <a:fillRect/>
          </a:stretch>
        </p:blipFill>
        <p:spPr>
          <a:xfrm>
            <a:off x="3460638" y="4044848"/>
            <a:ext cx="2565349" cy="1720809"/>
          </a:xfrm>
          <a:prstGeom prst="rect">
            <a:avLst/>
          </a:prstGeom>
        </p:spPr>
      </p:pic>
      <p:pic>
        <p:nvPicPr>
          <p:cNvPr id="18" name="L16" descr="back">    </p:cNvPr>
          <p:cNvPicPr>
            <a:picLocks noChangeAspect="1"/>
          </p:cNvPicPr>
          <p:nvPr/>
        </p:nvPicPr>
        <p:blipFill>
          <a:blip r:embed="rId18"/>
          <a:stretch>
            <a:fillRect/>
          </a:stretch>
        </p:blipFill>
        <p:spPr>
          <a:xfrm>
            <a:off x="6165708" y="4044848"/>
            <a:ext cx="2565349" cy="1720809"/>
          </a:xfrm>
          <a:prstGeom prst="rect">
            <a:avLst/>
          </a:prstGeom>
        </p:spPr>
      </p:pic>
      <p:pic>
        <p:nvPicPr>
          <p:cNvPr id="19" name="L17" descr="back">    </p:cNvPr>
          <p:cNvPicPr>
            <a:picLocks noChangeAspect="1"/>
          </p:cNvPicPr>
          <p:nvPr/>
        </p:nvPicPr>
        <p:blipFill>
          <a:blip r:embed="rId19"/>
          <a:stretch>
            <a:fillRect/>
          </a:stretch>
        </p:blipFill>
        <p:spPr>
          <a:xfrm>
            <a:off x="8864376" y="4044848"/>
            <a:ext cx="2565349" cy="1720809"/>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53" fill="hold">
                      <p:stCondLst>
                        <p:cond delay="indefinite"/>
                        <p:cond evt="onBegin" delay="0">
                          <p:tn val="2"/>
                        </p:cond>
                      </p:stCondLst>
                      <p:childTnLst>
                        <p:par>
                          <p:cTn id="54" fill="hold">
                            <p:stCondLst>
                              <p:cond delay="0"/>
                            </p:stCondLst>
                            <p:childTnLst>
                              <p:par>
                                <p:cTn id="7" presetID="42" presetClass="entr" presetSubtype="0" fill="hold" nodeType="afterEffect">
                                  <p:stCondLst>
                                    <p:cond delay="200"/>
                                  </p:stCondLst>
                                  <p:childTnLst>
                                    <p:set>
                                      <p:cBhvr>
                                        <p:cTn id="3" dur="1" fill="hold">
                                          <p:stCondLst>
                                            <p:cond delay="0"/>
                                          </p:stCondLst>
                                        </p:cTn>
                                        <p:tgtEl>
                                          <p:spTgt spid="2"/>
                                        </p:tgtEl>
                                        <p:attrNameLst>
                                          <p:attrName>style.visibility</p:attrName>
                                        </p:attrNameLst>
                                      </p:cBhvr>
                                      <p:to>
                                        <p:strVal val="visible"/>
                                      </p:to>
                                    </p:set>
                                    <p:animEffect transition="in" filter="fade">
                                      <p:cBhvr>
                                        <p:cTn id="4" dur="800"/>
                                        <p:tgtEl>
                                          <p:spTgt spid="2"/>
                                        </p:tgtEl>
                                      </p:cBhvr>
                                    </p:animEffect>
                                    <p:anim calcmode="lin" valueType="num">
                                      <p:cBhvr additive="base">
                                        <p:cTn id="5" dur="800" fill="hold" decel="100000"/>
                                        <p:tgtEl>
                                          <p:spTgt spid="2"/>
                                        </p:tgtEl>
                                        <p:attrNameLst>
                                          <p:attrName>ppt_x</p:attrName>
                                        </p:attrNameLst>
                                      </p:cBhvr>
                                      <p:tavLst>
                                        <p:tav tm="0">
                                          <p:val>
                                            <p:strVal val="#ppt_x"/>
                                          </p:val>
                                        </p:tav>
                                        <p:tav tm="100000">
                                          <p:val>
                                            <p:strVal val="#ppt_x"/>
                                          </p:val>
                                        </p:tav>
                                      </p:tavLst>
                                    </p:anim>
                                    <p:anim calcmode="lin" valueType="num">
                                      <p:cBhvr additive="base">
                                        <p:cTn id="6" dur="800" fill="hold" decel="100000"/>
                                        <p:tgtEl>
                                          <p:spTgt spid="2"/>
                                        </p:tgtEl>
                                        <p:attrNameLst>
                                          <p:attrName>ppt_y</p:attrName>
                                        </p:attrNameLst>
                                      </p:cBhvr>
                                      <p:tavLst>
                                        <p:tav tm="0">
                                          <p:val>
                                            <p:strVal val="#ppt_y+.04"/>
                                          </p:val>
                                        </p:tav>
                                        <p:tav tm="100000">
                                          <p:val>
                                            <p:strVal val="#ppt_y"/>
                                          </p:val>
                                        </p:tav>
                                      </p:tavLst>
                                    </p:anim>
                                  </p:childTnLst>
                                </p:cTn>
                              </p:par>
                              <p:par>
                                <p:cTn id="12" presetID="42" presetClass="entr" presetSubtype="0" fill="hold" nodeType="withEffect">
                                  <p:stCondLst>
                                    <p:cond delay="29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800"/>
                                        <p:tgtEl>
                                          <p:spTgt spid="3"/>
                                        </p:tgtEl>
                                      </p:cBhvr>
                                    </p:animEffect>
                                    <p:anim calcmode="lin" valueType="num">
                                      <p:cBhvr additive="base">
                                        <p:cTn id="10" dur="800" fill="hold" decel="100000"/>
                                        <p:tgtEl>
                                          <p:spTgt spid="3"/>
                                        </p:tgtEl>
                                        <p:attrNameLst>
                                          <p:attrName>ppt_x</p:attrName>
                                        </p:attrNameLst>
                                      </p:cBhvr>
                                      <p:tavLst>
                                        <p:tav tm="0">
                                          <p:val>
                                            <p:strVal val="#ppt_x"/>
                                          </p:val>
                                        </p:tav>
                                        <p:tav tm="100000">
                                          <p:val>
                                            <p:strVal val="#ppt_x"/>
                                          </p:val>
                                        </p:tav>
                                      </p:tavLst>
                                    </p:anim>
                                    <p:anim calcmode="lin" valueType="num">
                                      <p:cBhvr additive="base">
                                        <p:cTn id="11" dur="800" fill="hold" decel="100000"/>
                                        <p:tgtEl>
                                          <p:spTgt spid="3"/>
                                        </p:tgtEl>
                                        <p:attrNameLst>
                                          <p:attrName>ppt_y</p:attrName>
                                        </p:attrNameLst>
                                      </p:cBhvr>
                                      <p:tavLst>
                                        <p:tav tm="0">
                                          <p:val>
                                            <p:strVal val="#ppt_y+.04"/>
                                          </p:val>
                                        </p:tav>
                                        <p:tav tm="100000">
                                          <p:val>
                                            <p:strVal val="#ppt_y"/>
                                          </p:val>
                                        </p:tav>
                                      </p:tavLst>
                                    </p:anim>
                                  </p:childTnLst>
                                </p:cTn>
                              </p:par>
                              <p:par>
                                <p:cTn id="17" presetID="42" presetClass="entr" presetSubtype="0" fill="hold" nodeType="withEffect">
                                  <p:stCondLst>
                                    <p:cond delay="38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800"/>
                                        <p:tgtEl>
                                          <p:spTgt spid="4"/>
                                        </p:tgtEl>
                                      </p:cBhvr>
                                    </p:animEffect>
                                    <p:anim calcmode="lin" valueType="num">
                                      <p:cBhvr additive="base">
                                        <p:cTn id="15" dur="800" fill="hold" decel="100000"/>
                                        <p:tgtEl>
                                          <p:spTgt spid="4"/>
                                        </p:tgtEl>
                                        <p:attrNameLst>
                                          <p:attrName>ppt_x</p:attrName>
                                        </p:attrNameLst>
                                      </p:cBhvr>
                                      <p:tavLst>
                                        <p:tav tm="0">
                                          <p:val>
                                            <p:strVal val="#ppt_x"/>
                                          </p:val>
                                        </p:tav>
                                        <p:tav tm="100000">
                                          <p:val>
                                            <p:strVal val="#ppt_x"/>
                                          </p:val>
                                        </p:tav>
                                      </p:tavLst>
                                    </p:anim>
                                    <p:anim calcmode="lin" valueType="num">
                                      <p:cBhvr additive="base">
                                        <p:cTn id="16" dur="800" fill="hold" decel="100000"/>
                                        <p:tgtEl>
                                          <p:spTgt spid="4"/>
                                        </p:tgtEl>
                                        <p:attrNameLst>
                                          <p:attrName>ppt_y</p:attrName>
                                        </p:attrNameLst>
                                      </p:cBhvr>
                                      <p:tavLst>
                                        <p:tav tm="0">
                                          <p:val>
                                            <p:strVal val="#ppt_y+.04"/>
                                          </p:val>
                                        </p:tav>
                                        <p:tav tm="100000">
                                          <p:val>
                                            <p:strVal val="#ppt_y"/>
                                          </p:val>
                                        </p:tav>
                                      </p:tavLst>
                                    </p:anim>
                                  </p:childTnLst>
                                </p:cTn>
                              </p:par>
                              <p:par>
                                <p:cTn id="22" presetID="42" presetClass="entr" presetSubtype="0" fill="hold" nodeType="withEffect">
                                  <p:stCondLst>
                                    <p:cond delay="47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800"/>
                                        <p:tgtEl>
                                          <p:spTgt spid="5"/>
                                        </p:tgtEl>
                                      </p:cBhvr>
                                    </p:animEffect>
                                    <p:anim calcmode="lin" valueType="num">
                                      <p:cBhvr additive="base">
                                        <p:cTn id="20" dur="800" fill="hold" decel="100000"/>
                                        <p:tgtEl>
                                          <p:spTgt spid="5"/>
                                        </p:tgtEl>
                                        <p:attrNameLst>
                                          <p:attrName>ppt_x</p:attrName>
                                        </p:attrNameLst>
                                      </p:cBhvr>
                                      <p:tavLst>
                                        <p:tav tm="0">
                                          <p:val>
                                            <p:strVal val="#ppt_x"/>
                                          </p:val>
                                        </p:tav>
                                        <p:tav tm="100000">
                                          <p:val>
                                            <p:strVal val="#ppt_x"/>
                                          </p:val>
                                        </p:tav>
                                      </p:tavLst>
                                    </p:anim>
                                    <p:anim calcmode="lin" valueType="num">
                                      <p:cBhvr additive="base">
                                        <p:cTn id="21" dur="800" fill="hold" decel="100000"/>
                                        <p:tgtEl>
                                          <p:spTgt spid="5"/>
                                        </p:tgtEl>
                                        <p:attrNameLst>
                                          <p:attrName>ppt_y</p:attrName>
                                        </p:attrNameLst>
                                      </p:cBhvr>
                                      <p:tavLst>
                                        <p:tav tm="0">
                                          <p:val>
                                            <p:strVal val="#ppt_y+.04"/>
                                          </p:val>
                                        </p:tav>
                                        <p:tav tm="100000">
                                          <p:val>
                                            <p:strVal val="#ppt_y"/>
                                          </p:val>
                                        </p:tav>
                                      </p:tavLst>
                                    </p:anim>
                                  </p:childTnLst>
                                </p:cTn>
                              </p:par>
                              <p:par>
                                <p:cTn id="27" presetID="42" presetClass="entr" presetSubtype="0" fill="hold" nodeType="withEffect">
                                  <p:stCondLst>
                                    <p:cond delay="56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800"/>
                                        <p:tgtEl>
                                          <p:spTgt spid="6"/>
                                        </p:tgtEl>
                                      </p:cBhvr>
                                    </p:animEffect>
                                    <p:anim calcmode="lin" valueType="num">
                                      <p:cBhvr additive="base">
                                        <p:cTn id="25" dur="800" fill="hold" decel="100000"/>
                                        <p:tgtEl>
                                          <p:spTgt spid="6"/>
                                        </p:tgtEl>
                                        <p:attrNameLst>
                                          <p:attrName>ppt_x</p:attrName>
                                        </p:attrNameLst>
                                      </p:cBhvr>
                                      <p:tavLst>
                                        <p:tav tm="0">
                                          <p:val>
                                            <p:strVal val="#ppt_x"/>
                                          </p:val>
                                        </p:tav>
                                        <p:tav tm="100000">
                                          <p:val>
                                            <p:strVal val="#ppt_x"/>
                                          </p:val>
                                        </p:tav>
                                      </p:tavLst>
                                    </p:anim>
                                    <p:anim calcmode="lin" valueType="num">
                                      <p:cBhvr additive="base">
                                        <p:cTn id="26" dur="800" fill="hold" decel="100000"/>
                                        <p:tgtEl>
                                          <p:spTgt spid="6"/>
                                        </p:tgtEl>
                                        <p:attrNameLst>
                                          <p:attrName>ppt_y</p:attrName>
                                        </p:attrNameLst>
                                      </p:cBhvr>
                                      <p:tavLst>
                                        <p:tav tm="0">
                                          <p:val>
                                            <p:strVal val="#ppt_y+.04"/>
                                          </p:val>
                                        </p:tav>
                                        <p:tav tm="100000">
                                          <p:val>
                                            <p:strVal val="#ppt_y"/>
                                          </p:val>
                                        </p:tav>
                                      </p:tavLst>
                                    </p:anim>
                                  </p:childTnLst>
                                </p:cTn>
                              </p:par>
                              <p:par>
                                <p:cTn id="32" presetID="42" presetClass="entr" presetSubtype="0" fill="hold" nodeType="withEffect">
                                  <p:stCondLst>
                                    <p:cond delay="65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800"/>
                                        <p:tgtEl>
                                          <p:spTgt spid="7"/>
                                        </p:tgtEl>
                                      </p:cBhvr>
                                    </p:animEffect>
                                    <p:anim calcmode="lin" valueType="num">
                                      <p:cBhvr additive="base">
                                        <p:cTn id="30" dur="800" fill="hold" decel="100000"/>
                                        <p:tgtEl>
                                          <p:spTgt spid="7"/>
                                        </p:tgtEl>
                                        <p:attrNameLst>
                                          <p:attrName>ppt_x</p:attrName>
                                        </p:attrNameLst>
                                      </p:cBhvr>
                                      <p:tavLst>
                                        <p:tav tm="0">
                                          <p:val>
                                            <p:strVal val="#ppt_x"/>
                                          </p:val>
                                        </p:tav>
                                        <p:tav tm="100000">
                                          <p:val>
                                            <p:strVal val="#ppt_x"/>
                                          </p:val>
                                        </p:tav>
                                      </p:tavLst>
                                    </p:anim>
                                    <p:anim calcmode="lin" valueType="num">
                                      <p:cBhvr additive="base">
                                        <p:cTn id="31" dur="800" fill="hold" decel="100000"/>
                                        <p:tgtEl>
                                          <p:spTgt spid="7"/>
                                        </p:tgtEl>
                                        <p:attrNameLst>
                                          <p:attrName>ppt_y</p:attrName>
                                        </p:attrNameLst>
                                      </p:cBhvr>
                                      <p:tavLst>
                                        <p:tav tm="0">
                                          <p:val>
                                            <p:strVal val="#ppt_y+.04"/>
                                          </p:val>
                                        </p:tav>
                                        <p:tav tm="100000">
                                          <p:val>
                                            <p:strVal val="#ppt_y"/>
                                          </p:val>
                                        </p:tav>
                                      </p:tavLst>
                                    </p:anim>
                                  </p:childTnLst>
                                </p:cTn>
                              </p:par>
                              <p:par>
                                <p:cTn id="37" presetID="42" presetClass="entr" presetSubtype="0" fill="hold" nodeType="withEffect">
                                  <p:stCondLst>
                                    <p:cond delay="74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800"/>
                                        <p:tgtEl>
                                          <p:spTgt spid="8"/>
                                        </p:tgtEl>
                                      </p:cBhvr>
                                    </p:animEffect>
                                    <p:anim calcmode="lin" valueType="num">
                                      <p:cBhvr additive="base">
                                        <p:cTn id="35" dur="800" fill="hold" decel="100000"/>
                                        <p:tgtEl>
                                          <p:spTgt spid="8"/>
                                        </p:tgtEl>
                                        <p:attrNameLst>
                                          <p:attrName>ppt_x</p:attrName>
                                        </p:attrNameLst>
                                      </p:cBhvr>
                                      <p:tavLst>
                                        <p:tav tm="0">
                                          <p:val>
                                            <p:strVal val="#ppt_x"/>
                                          </p:val>
                                        </p:tav>
                                        <p:tav tm="100000">
                                          <p:val>
                                            <p:strVal val="#ppt_x"/>
                                          </p:val>
                                        </p:tav>
                                      </p:tavLst>
                                    </p:anim>
                                    <p:anim calcmode="lin" valueType="num">
                                      <p:cBhvr additive="base">
                                        <p:cTn id="36" dur="800" fill="hold" decel="100000"/>
                                        <p:tgtEl>
                                          <p:spTgt spid="8"/>
                                        </p:tgtEl>
                                        <p:attrNameLst>
                                          <p:attrName>ppt_y</p:attrName>
                                        </p:attrNameLst>
                                      </p:cBhvr>
                                      <p:tavLst>
                                        <p:tav tm="0">
                                          <p:val>
                                            <p:strVal val="#ppt_y+.04"/>
                                          </p:val>
                                        </p:tav>
                                        <p:tav tm="100000">
                                          <p:val>
                                            <p:strVal val="#ppt_y"/>
                                          </p:val>
                                        </p:tav>
                                      </p:tavLst>
                                    </p:anim>
                                  </p:childTnLst>
                                </p:cTn>
                              </p:par>
                              <p:par>
                                <p:cTn id="42" presetID="42" presetClass="entr" presetSubtype="0" fill="hold" nodeType="withEffect">
                                  <p:stCondLst>
                                    <p:cond delay="83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800"/>
                                        <p:tgtEl>
                                          <p:spTgt spid="9"/>
                                        </p:tgtEl>
                                      </p:cBhvr>
                                    </p:animEffect>
                                    <p:anim calcmode="lin" valueType="num">
                                      <p:cBhvr additive="base">
                                        <p:cTn id="40" dur="800" fill="hold" decel="100000"/>
                                        <p:tgtEl>
                                          <p:spTgt spid="9"/>
                                        </p:tgtEl>
                                        <p:attrNameLst>
                                          <p:attrName>ppt_x</p:attrName>
                                        </p:attrNameLst>
                                      </p:cBhvr>
                                      <p:tavLst>
                                        <p:tav tm="0">
                                          <p:val>
                                            <p:strVal val="#ppt_x"/>
                                          </p:val>
                                        </p:tav>
                                        <p:tav tm="100000">
                                          <p:val>
                                            <p:strVal val="#ppt_x"/>
                                          </p:val>
                                        </p:tav>
                                      </p:tavLst>
                                    </p:anim>
                                    <p:anim calcmode="lin" valueType="num">
                                      <p:cBhvr additive="base">
                                        <p:cTn id="41" dur="800" fill="hold" decel="100000"/>
                                        <p:tgtEl>
                                          <p:spTgt spid="9"/>
                                        </p:tgtEl>
                                        <p:attrNameLst>
                                          <p:attrName>ppt_y</p:attrName>
                                        </p:attrNameLst>
                                      </p:cBhvr>
                                      <p:tavLst>
                                        <p:tav tm="0">
                                          <p:val>
                                            <p:strVal val="#ppt_y+.04"/>
                                          </p:val>
                                        </p:tav>
                                        <p:tav tm="100000">
                                          <p:val>
                                            <p:strVal val="#ppt_y"/>
                                          </p:val>
                                        </p:tav>
                                      </p:tavLst>
                                    </p:anim>
                                  </p:childTnLst>
                                </p:cTn>
                              </p:par>
                              <p:par>
                                <p:cTn id="47" presetID="42" presetClass="entr" presetSubtype="0" fill="hold" nodeType="withEffect">
                                  <p:stCondLst>
                                    <p:cond delay="92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800"/>
                                        <p:tgtEl>
                                          <p:spTgt spid="10"/>
                                        </p:tgtEl>
                                      </p:cBhvr>
                                    </p:animEffect>
                                    <p:anim calcmode="lin" valueType="num">
                                      <p:cBhvr additive="base">
                                        <p:cTn id="45" dur="800" fill="hold" decel="100000"/>
                                        <p:tgtEl>
                                          <p:spTgt spid="10"/>
                                        </p:tgtEl>
                                        <p:attrNameLst>
                                          <p:attrName>ppt_x</p:attrName>
                                        </p:attrNameLst>
                                      </p:cBhvr>
                                      <p:tavLst>
                                        <p:tav tm="0">
                                          <p:val>
                                            <p:strVal val="#ppt_x"/>
                                          </p:val>
                                        </p:tav>
                                        <p:tav tm="100000">
                                          <p:val>
                                            <p:strVal val="#ppt_x"/>
                                          </p:val>
                                        </p:tav>
                                      </p:tavLst>
                                    </p:anim>
                                    <p:anim calcmode="lin" valueType="num">
                                      <p:cBhvr additive="base">
                                        <p:cTn id="46" dur="800" fill="hold" decel="100000"/>
                                        <p:tgtEl>
                                          <p:spTgt spid="10"/>
                                        </p:tgtEl>
                                        <p:attrNameLst>
                                          <p:attrName>ppt_y</p:attrName>
                                        </p:attrNameLst>
                                      </p:cBhvr>
                                      <p:tavLst>
                                        <p:tav tm="0">
                                          <p:val>
                                            <p:strVal val="#ppt_y+.04"/>
                                          </p:val>
                                        </p:tav>
                                        <p:tav tm="100000">
                                          <p:val>
                                            <p:strVal val="#ppt_y"/>
                                          </p:val>
                                        </p:tav>
                                      </p:tavLst>
                                    </p:anim>
                                  </p:childTnLst>
                                </p:cTn>
                              </p:par>
                              <p:par>
                                <p:cTn id="52" presetID="42" presetClass="entr" presetSubtype="0" fill="hold" nodeType="withEffect">
                                  <p:stCondLst>
                                    <p:cond delay="101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800"/>
                                        <p:tgtEl>
                                          <p:spTgt spid="11"/>
                                        </p:tgtEl>
                                      </p:cBhvr>
                                    </p:animEffect>
                                    <p:anim calcmode="lin" valueType="num">
                                      <p:cBhvr additive="base">
                                        <p:cTn id="50" dur="800" fill="hold" decel="100000"/>
                                        <p:tgtEl>
                                          <p:spTgt spid="11"/>
                                        </p:tgtEl>
                                        <p:attrNameLst>
                                          <p:attrName>ppt_x</p:attrName>
                                        </p:attrNameLst>
                                      </p:cBhvr>
                                      <p:tavLst>
                                        <p:tav tm="0">
                                          <p:val>
                                            <p:strVal val="#ppt_x"/>
                                          </p:val>
                                        </p:tav>
                                        <p:tav tm="100000">
                                          <p:val>
                                            <p:strVal val="#ppt_x"/>
                                          </p:val>
                                        </p:tav>
                                      </p:tavLst>
                                    </p:anim>
                                    <p:anim calcmode="lin" valueType="num">
                                      <p:cBhvr additive="base">
                                        <p:cTn id="51" dur="800" fill="hold" decel="100000"/>
                                        <p:tgtEl>
                                          <p:spTgt spid="11"/>
                                        </p:tgtEl>
                                        <p:attrNameLst>
                                          <p:attrName>ppt_y</p:attrName>
                                        </p:attrNameLst>
                                      </p:cBhvr>
                                      <p:tavLst>
                                        <p:tav tm="0">
                                          <p:val>
                                            <p:strVal val="#ppt_y+.04"/>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57" presetID="10" presetClass="entr" presetSubtype="0" fill="hold" nodeType="click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450"/>
                                        <p:tgtEl>
                                          <p:spTgt spid="12"/>
                                        </p:tgtEl>
                                      </p:cBhvr>
                                    </p:animEffect>
                                  </p:childTnLst>
                                </p:cTn>
                              </p:par>
                              <p:par>
                                <p:cTn id="60" presetID="10" presetClass="entr" presetSubtype="0" fill="hold" nodeType="withEffect">
                                  <p:stCondLst>
                                    <p:cond delay="9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450"/>
                                        <p:tgtEl>
                                          <p:spTgt spid="13"/>
                                        </p:tgtEl>
                                      </p:cBhvr>
                                    </p:animEffect>
                                  </p:childTnLst>
                                </p:cTn>
                              </p:par>
                              <p:par>
                                <p:cTn id="63" presetID="10" presetClass="entr" presetSubtype="0" fill="hold" nodeType="withEffect">
                                  <p:stCondLst>
                                    <p:cond delay="18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450"/>
                                        <p:tgtEl>
                                          <p:spTgt spid="14"/>
                                        </p:tgtEl>
                                      </p:cBhvr>
                                    </p:animEffect>
                                  </p:childTnLst>
                                </p:cTn>
                              </p:par>
                              <p:par>
                                <p:cTn id="66" presetID="10" presetClass="entr" presetSubtype="0" fill="hold" nodeType="withEffect">
                                  <p:stCondLst>
                                    <p:cond delay="270"/>
                                  </p:stCondLst>
                                  <p:childTnLst>
                                    <p:set>
                                      <p:cBhvr>
                                        <p:cTn id="64" dur="1" fill="hold">
                                          <p:stCondLst>
                                            <p:cond delay="0"/>
                                          </p:stCondLst>
                                        </p:cTn>
                                        <p:tgtEl>
                                          <p:spTgt spid="15"/>
                                        </p:tgtEl>
                                        <p:attrNameLst>
                                          <p:attrName>style.visibility</p:attrName>
                                        </p:attrNameLst>
                                      </p:cBhvr>
                                      <p:to>
                                        <p:strVal val="visible"/>
                                      </p:to>
                                    </p:set>
                                    <p:animEffect transition="in" filter="fade">
                                      <p:cBhvr>
                                        <p:cTn id="65" dur="450"/>
                                        <p:tgtEl>
                                          <p:spTgt spid="15"/>
                                        </p:tgtEl>
                                      </p:cBhvr>
                                    </p:animEffect>
                                  </p:childTnLst>
                                </p:cTn>
                              </p:par>
                              <p:par>
                                <p:cTn id="69" presetID="10" presetClass="entr" presetSubtype="0" fill="hold" nodeType="withEffect">
                                  <p:stCondLst>
                                    <p:cond delay="36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450"/>
                                        <p:tgtEl>
                                          <p:spTgt spid="16"/>
                                        </p:tgtEl>
                                      </p:cBhvr>
                                    </p:animEffect>
                                  </p:childTnLst>
                                </p:cTn>
                              </p:par>
                              <p:par>
                                <p:cTn id="72" presetID="10" presetClass="entr" presetSubtype="0" fill="hold" nodeType="withEffect">
                                  <p:stCondLst>
                                    <p:cond delay="450"/>
                                  </p:stCondLst>
                                  <p:childTnLst>
                                    <p:set>
                                      <p:cBhvr>
                                        <p:cTn id="70" dur="1" fill="hold">
                                          <p:stCondLst>
                                            <p:cond delay="0"/>
                                          </p:stCondLst>
                                        </p:cTn>
                                        <p:tgtEl>
                                          <p:spTgt spid="17"/>
                                        </p:tgtEl>
                                        <p:attrNameLst>
                                          <p:attrName>style.visibility</p:attrName>
                                        </p:attrNameLst>
                                      </p:cBhvr>
                                      <p:to>
                                        <p:strVal val="visible"/>
                                      </p:to>
                                    </p:set>
                                    <p:animEffect transition="in" filter="fade">
                                      <p:cBhvr>
                                        <p:cTn id="71" dur="450"/>
                                        <p:tgtEl>
                                          <p:spTgt spid="17"/>
                                        </p:tgtEl>
                                      </p:cBhvr>
                                    </p:animEffect>
                                  </p:childTnLst>
                                </p:cTn>
                              </p:par>
                              <p:par>
                                <p:cTn id="75" presetID="10" presetClass="entr" presetSubtype="0" fill="hold" nodeType="withEffect">
                                  <p:stCondLst>
                                    <p:cond delay="540"/>
                                  </p:stCondLst>
                                  <p:childTnLst>
                                    <p:set>
                                      <p:cBhvr>
                                        <p:cTn id="73" dur="1" fill="hold">
                                          <p:stCondLst>
                                            <p:cond delay="0"/>
                                          </p:stCondLst>
                                        </p:cTn>
                                        <p:tgtEl>
                                          <p:spTgt spid="18"/>
                                        </p:tgtEl>
                                        <p:attrNameLst>
                                          <p:attrName>style.visibility</p:attrName>
                                        </p:attrNameLst>
                                      </p:cBhvr>
                                      <p:to>
                                        <p:strVal val="visible"/>
                                      </p:to>
                                    </p:set>
                                    <p:animEffect transition="in" filter="fade">
                                      <p:cBhvr>
                                        <p:cTn id="74" dur="450"/>
                                        <p:tgtEl>
                                          <p:spTgt spid="18"/>
                                        </p:tgtEl>
                                      </p:cBhvr>
                                    </p:animEffect>
                                  </p:childTnLst>
                                </p:cTn>
                              </p:par>
                              <p:par>
                                <p:cTn id="78" presetID="10" presetClass="entr" presetSubtype="0" fill="hold" nodeType="withEffect">
                                  <p:stCondLst>
                                    <p:cond delay="630"/>
                                  </p:stCondLst>
                                  <p:childTnLst>
                                    <p:set>
                                      <p:cBhvr>
                                        <p:cTn id="76" dur="1" fill="hold">
                                          <p:stCondLst>
                                            <p:cond delay="0"/>
                                          </p:stCondLst>
                                        </p:cTn>
                                        <p:tgtEl>
                                          <p:spTgt spid="19"/>
                                        </p:tgtEl>
                                        <p:attrNameLst>
                                          <p:attrName>style.visibility</p:attrName>
                                        </p:attrNameLst>
                                      </p:cBhvr>
                                      <p:to>
                                        <p:strVal val="visible"/>
                                      </p:to>
                                    </p:set>
                                    <p:animEffect transition="in" filter="fade">
                                      <p:cBhvr>
                                        <p:cTn id="77" dur="45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0" descr="headline rv">    </p:cNvPr>
          <p:cNvPicPr>
            <a:picLocks noChangeAspect="1"/>
          </p:cNvPicPr>
          <p:nvPr/>
        </p:nvPicPr>
        <p:blipFill>
          <a:blip r:embed="rId2"/>
          <a:stretch>
            <a:fillRect/>
          </a:stretch>
        </p:blipFill>
        <p:spPr>
          <a:xfrm>
            <a:off x="761970" y="952439"/>
            <a:ext cx="10667756" cy="558790"/>
          </a:xfrm>
          <a:prstGeom prst="rect">
            <a:avLst/>
          </a:prstGeom>
        </p:spPr>
      </p:pic>
      <p:pic>
        <p:nvPicPr>
          <p:cNvPr id="3" name="L1" descr="chal rv">    </p:cNvPr>
          <p:cNvPicPr>
            <a:picLocks noChangeAspect="1"/>
          </p:cNvPicPr>
          <p:nvPr/>
        </p:nvPicPr>
        <p:blipFill>
          <a:blip r:embed="rId3"/>
          <a:stretch>
            <a:fillRect/>
          </a:stretch>
        </p:blipFill>
        <p:spPr>
          <a:xfrm>
            <a:off x="761970" y="1866839"/>
            <a:ext cx="2552639" cy="2470069"/>
          </a:xfrm>
          <a:prstGeom prst="rect">
            <a:avLst/>
          </a:prstGeom>
        </p:spPr>
      </p:pic>
      <p:pic>
        <p:nvPicPr>
          <p:cNvPr id="4" name="L2" descr="chal rv">    </p:cNvPr>
          <p:cNvPicPr>
            <a:picLocks noChangeAspect="1"/>
          </p:cNvPicPr>
          <p:nvPr/>
        </p:nvPicPr>
        <p:blipFill>
          <a:blip r:embed="rId4"/>
          <a:stretch>
            <a:fillRect/>
          </a:stretch>
        </p:blipFill>
        <p:spPr>
          <a:xfrm>
            <a:off x="3467039" y="1866839"/>
            <a:ext cx="2552639" cy="2470069"/>
          </a:xfrm>
          <a:prstGeom prst="rect">
            <a:avLst/>
          </a:prstGeom>
        </p:spPr>
      </p:pic>
      <p:pic>
        <p:nvPicPr>
          <p:cNvPr id="5" name="L3" descr="chal rv">    </p:cNvPr>
          <p:cNvPicPr>
            <a:picLocks noChangeAspect="1"/>
          </p:cNvPicPr>
          <p:nvPr/>
        </p:nvPicPr>
        <p:blipFill>
          <a:blip r:embed="rId5"/>
          <a:stretch>
            <a:fillRect/>
          </a:stretch>
        </p:blipFill>
        <p:spPr>
          <a:xfrm>
            <a:off x="6172017" y="1866839"/>
            <a:ext cx="2552639" cy="2470069"/>
          </a:xfrm>
          <a:prstGeom prst="rect">
            <a:avLst/>
          </a:prstGeom>
        </p:spPr>
      </p:pic>
      <p:pic>
        <p:nvPicPr>
          <p:cNvPr id="6" name="L4" descr="chal rv">    </p:cNvPr>
          <p:cNvPicPr>
            <a:picLocks noChangeAspect="1"/>
          </p:cNvPicPr>
          <p:nvPr/>
        </p:nvPicPr>
        <p:blipFill>
          <a:blip r:embed="rId6"/>
          <a:stretch>
            <a:fillRect/>
          </a:stretch>
        </p:blipFill>
        <p:spPr>
          <a:xfrm>
            <a:off x="8877087" y="1866839"/>
            <a:ext cx="2552639" cy="2470069"/>
          </a:xfrm>
          <a:prstGeom prst="rect">
            <a:avLst/>
          </a:prstGeom>
        </p:spPr>
      </p:pic>
      <p:pic>
        <p:nvPicPr>
          <p:cNvPr id="7" name="L5" descr="story rv">    </p:cNvPr>
          <p:cNvPicPr>
            <a:picLocks noChangeAspect="1"/>
          </p:cNvPicPr>
          <p:nvPr/>
        </p:nvPicPr>
        <p:blipFill>
          <a:blip r:embed="rId7"/>
          <a:stretch>
            <a:fillRect/>
          </a:stretch>
        </p:blipFill>
        <p:spPr>
          <a:xfrm>
            <a:off x="761970" y="4686209"/>
            <a:ext cx="10667756" cy="577809"/>
          </a:xfrm>
          <a:prstGeom prst="rect">
            <a:avLst/>
          </a:prstGeom>
        </p:spPr>
      </p:pic>
    </p:spTree>
  </p:cSld>
  <p:clrMapOvr>
    <a:masterClrMapping/>
  </p:clrMapOvr>
  <p:transition spd="slow">
    <p:push dir="l"/>
  </p:transition>
  <p:timing>
    <p:tnLst>
      <p:par>
        <p:cTn id="1" dur="indefinite" restart="never" nodeType="tmRoot">
          <p:childTnLst>
            <p:seq concurrent="1" nextAc="seek">
              <p:cTn id="2" dur="indefinite" nodeType="mainSeq">
                <p:childTnLst>
                  <p:par>
                    <p:cTn id="33" fill="hold">
                      <p:stCondLst>
                        <p:cond delay="indefinite"/>
                        <p:cond evt="onBegin" delay="0">
                          <p:tn val="2"/>
                        </p:cond>
                      </p:stCondLst>
                      <p:childTnLst>
                        <p:par>
                          <p:cTn id="34" fill="hold">
                            <p:stCondLst>
                              <p:cond delay="0"/>
                            </p:stCondLst>
                            <p:childTnLst>
                              <p:par>
                                <p:cTn id="7" presetID="42" presetClass="entr" presetSubtype="0" fill="hold" nodeType="afterEffect">
                                  <p:stCondLst>
                                    <p:cond delay="200"/>
                                  </p:stCondLst>
                                  <p:childTnLst>
                                    <p:set>
                                      <p:cBhvr>
                                        <p:cTn id="3" dur="1" fill="hold">
                                          <p:stCondLst>
                                            <p:cond delay="0"/>
                                          </p:stCondLst>
                                        </p:cTn>
                                        <p:tgtEl>
                                          <p:spTgt spid="2"/>
                                        </p:tgtEl>
                                        <p:attrNameLst>
                                          <p:attrName>style.visibility</p:attrName>
                                        </p:attrNameLst>
                                      </p:cBhvr>
                                      <p:to>
                                        <p:strVal val="visible"/>
                                      </p:to>
                                    </p:set>
                                    <p:animEffect transition="in" filter="fade">
                                      <p:cBhvr>
                                        <p:cTn id="4" dur="800"/>
                                        <p:tgtEl>
                                          <p:spTgt spid="2"/>
                                        </p:tgtEl>
                                      </p:cBhvr>
                                    </p:animEffect>
                                    <p:anim calcmode="lin" valueType="num">
                                      <p:cBhvr additive="base">
                                        <p:cTn id="5" dur="800" fill="hold" decel="100000"/>
                                        <p:tgtEl>
                                          <p:spTgt spid="2"/>
                                        </p:tgtEl>
                                        <p:attrNameLst>
                                          <p:attrName>ppt_x</p:attrName>
                                        </p:attrNameLst>
                                      </p:cBhvr>
                                      <p:tavLst>
                                        <p:tav tm="0">
                                          <p:val>
                                            <p:strVal val="#ppt_x"/>
                                          </p:val>
                                        </p:tav>
                                        <p:tav tm="100000">
                                          <p:val>
                                            <p:strVal val="#ppt_x"/>
                                          </p:val>
                                        </p:tav>
                                      </p:tavLst>
                                    </p:anim>
                                    <p:anim calcmode="lin" valueType="num">
                                      <p:cBhvr additive="base">
                                        <p:cTn id="6" dur="800" fill="hold" decel="100000"/>
                                        <p:tgtEl>
                                          <p:spTgt spid="2"/>
                                        </p:tgtEl>
                                        <p:attrNameLst>
                                          <p:attrName>ppt_y</p:attrName>
                                        </p:attrNameLst>
                                      </p:cBhvr>
                                      <p:tavLst>
                                        <p:tav tm="0">
                                          <p:val>
                                            <p:strVal val="#ppt_y+.04"/>
                                          </p:val>
                                        </p:tav>
                                        <p:tav tm="100000">
                                          <p:val>
                                            <p:strVal val="#ppt_y"/>
                                          </p:val>
                                        </p:tav>
                                      </p:tavLst>
                                    </p:anim>
                                  </p:childTnLst>
                                </p:cTn>
                              </p:par>
                              <p:par>
                                <p:cTn id="12" presetID="42" presetClass="entr" presetSubtype="0" fill="hold" nodeType="withEffect">
                                  <p:stCondLst>
                                    <p:cond delay="29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800"/>
                                        <p:tgtEl>
                                          <p:spTgt spid="3"/>
                                        </p:tgtEl>
                                      </p:cBhvr>
                                    </p:animEffect>
                                    <p:anim calcmode="lin" valueType="num">
                                      <p:cBhvr additive="base">
                                        <p:cTn id="10" dur="800" fill="hold" decel="100000"/>
                                        <p:tgtEl>
                                          <p:spTgt spid="3"/>
                                        </p:tgtEl>
                                        <p:attrNameLst>
                                          <p:attrName>ppt_x</p:attrName>
                                        </p:attrNameLst>
                                      </p:cBhvr>
                                      <p:tavLst>
                                        <p:tav tm="0">
                                          <p:val>
                                            <p:strVal val="#ppt_x"/>
                                          </p:val>
                                        </p:tav>
                                        <p:tav tm="100000">
                                          <p:val>
                                            <p:strVal val="#ppt_x"/>
                                          </p:val>
                                        </p:tav>
                                      </p:tavLst>
                                    </p:anim>
                                    <p:anim calcmode="lin" valueType="num">
                                      <p:cBhvr additive="base">
                                        <p:cTn id="11" dur="800" fill="hold" decel="100000"/>
                                        <p:tgtEl>
                                          <p:spTgt spid="3"/>
                                        </p:tgtEl>
                                        <p:attrNameLst>
                                          <p:attrName>ppt_y</p:attrName>
                                        </p:attrNameLst>
                                      </p:cBhvr>
                                      <p:tavLst>
                                        <p:tav tm="0">
                                          <p:val>
                                            <p:strVal val="#ppt_y+.04"/>
                                          </p:val>
                                        </p:tav>
                                        <p:tav tm="100000">
                                          <p:val>
                                            <p:strVal val="#ppt_y"/>
                                          </p:val>
                                        </p:tav>
                                      </p:tavLst>
                                    </p:anim>
                                  </p:childTnLst>
                                </p:cTn>
                              </p:par>
                              <p:par>
                                <p:cTn id="17" presetID="42" presetClass="entr" presetSubtype="0" fill="hold" nodeType="withEffect">
                                  <p:stCondLst>
                                    <p:cond delay="38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800"/>
                                        <p:tgtEl>
                                          <p:spTgt spid="4"/>
                                        </p:tgtEl>
                                      </p:cBhvr>
                                    </p:animEffect>
                                    <p:anim calcmode="lin" valueType="num">
                                      <p:cBhvr additive="base">
                                        <p:cTn id="15" dur="800" fill="hold" decel="100000"/>
                                        <p:tgtEl>
                                          <p:spTgt spid="4"/>
                                        </p:tgtEl>
                                        <p:attrNameLst>
                                          <p:attrName>ppt_x</p:attrName>
                                        </p:attrNameLst>
                                      </p:cBhvr>
                                      <p:tavLst>
                                        <p:tav tm="0">
                                          <p:val>
                                            <p:strVal val="#ppt_x"/>
                                          </p:val>
                                        </p:tav>
                                        <p:tav tm="100000">
                                          <p:val>
                                            <p:strVal val="#ppt_x"/>
                                          </p:val>
                                        </p:tav>
                                      </p:tavLst>
                                    </p:anim>
                                    <p:anim calcmode="lin" valueType="num">
                                      <p:cBhvr additive="base">
                                        <p:cTn id="16" dur="800" fill="hold" decel="100000"/>
                                        <p:tgtEl>
                                          <p:spTgt spid="4"/>
                                        </p:tgtEl>
                                        <p:attrNameLst>
                                          <p:attrName>ppt_y</p:attrName>
                                        </p:attrNameLst>
                                      </p:cBhvr>
                                      <p:tavLst>
                                        <p:tav tm="0">
                                          <p:val>
                                            <p:strVal val="#ppt_y+.04"/>
                                          </p:val>
                                        </p:tav>
                                        <p:tav tm="100000">
                                          <p:val>
                                            <p:strVal val="#ppt_y"/>
                                          </p:val>
                                        </p:tav>
                                      </p:tavLst>
                                    </p:anim>
                                  </p:childTnLst>
                                </p:cTn>
                              </p:par>
                              <p:par>
                                <p:cTn id="22" presetID="42" presetClass="entr" presetSubtype="0" fill="hold" nodeType="withEffect">
                                  <p:stCondLst>
                                    <p:cond delay="47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800"/>
                                        <p:tgtEl>
                                          <p:spTgt spid="5"/>
                                        </p:tgtEl>
                                      </p:cBhvr>
                                    </p:animEffect>
                                    <p:anim calcmode="lin" valueType="num">
                                      <p:cBhvr additive="base">
                                        <p:cTn id="20" dur="800" fill="hold" decel="100000"/>
                                        <p:tgtEl>
                                          <p:spTgt spid="5"/>
                                        </p:tgtEl>
                                        <p:attrNameLst>
                                          <p:attrName>ppt_x</p:attrName>
                                        </p:attrNameLst>
                                      </p:cBhvr>
                                      <p:tavLst>
                                        <p:tav tm="0">
                                          <p:val>
                                            <p:strVal val="#ppt_x"/>
                                          </p:val>
                                        </p:tav>
                                        <p:tav tm="100000">
                                          <p:val>
                                            <p:strVal val="#ppt_x"/>
                                          </p:val>
                                        </p:tav>
                                      </p:tavLst>
                                    </p:anim>
                                    <p:anim calcmode="lin" valueType="num">
                                      <p:cBhvr additive="base">
                                        <p:cTn id="21" dur="800" fill="hold" decel="100000"/>
                                        <p:tgtEl>
                                          <p:spTgt spid="5"/>
                                        </p:tgtEl>
                                        <p:attrNameLst>
                                          <p:attrName>ppt_y</p:attrName>
                                        </p:attrNameLst>
                                      </p:cBhvr>
                                      <p:tavLst>
                                        <p:tav tm="0">
                                          <p:val>
                                            <p:strVal val="#ppt_y+.04"/>
                                          </p:val>
                                        </p:tav>
                                        <p:tav tm="100000">
                                          <p:val>
                                            <p:strVal val="#ppt_y"/>
                                          </p:val>
                                        </p:tav>
                                      </p:tavLst>
                                    </p:anim>
                                  </p:childTnLst>
                                </p:cTn>
                              </p:par>
                              <p:par>
                                <p:cTn id="27" presetID="42" presetClass="entr" presetSubtype="0" fill="hold" nodeType="withEffect">
                                  <p:stCondLst>
                                    <p:cond delay="56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800"/>
                                        <p:tgtEl>
                                          <p:spTgt spid="6"/>
                                        </p:tgtEl>
                                      </p:cBhvr>
                                    </p:animEffect>
                                    <p:anim calcmode="lin" valueType="num">
                                      <p:cBhvr additive="base">
                                        <p:cTn id="25" dur="800" fill="hold" decel="100000"/>
                                        <p:tgtEl>
                                          <p:spTgt spid="6"/>
                                        </p:tgtEl>
                                        <p:attrNameLst>
                                          <p:attrName>ppt_x</p:attrName>
                                        </p:attrNameLst>
                                      </p:cBhvr>
                                      <p:tavLst>
                                        <p:tav tm="0">
                                          <p:val>
                                            <p:strVal val="#ppt_x"/>
                                          </p:val>
                                        </p:tav>
                                        <p:tav tm="100000">
                                          <p:val>
                                            <p:strVal val="#ppt_x"/>
                                          </p:val>
                                        </p:tav>
                                      </p:tavLst>
                                    </p:anim>
                                    <p:anim calcmode="lin" valueType="num">
                                      <p:cBhvr additive="base">
                                        <p:cTn id="26" dur="800" fill="hold" decel="100000"/>
                                        <p:tgtEl>
                                          <p:spTgt spid="6"/>
                                        </p:tgtEl>
                                        <p:attrNameLst>
                                          <p:attrName>ppt_y</p:attrName>
                                        </p:attrNameLst>
                                      </p:cBhvr>
                                      <p:tavLst>
                                        <p:tav tm="0">
                                          <p:val>
                                            <p:strVal val="#ppt_y+.04"/>
                                          </p:val>
                                        </p:tav>
                                        <p:tav tm="100000">
                                          <p:val>
                                            <p:strVal val="#ppt_y"/>
                                          </p:val>
                                        </p:tav>
                                      </p:tavLst>
                                    </p:anim>
                                  </p:childTnLst>
                                </p:cTn>
                              </p:par>
                              <p:par>
                                <p:cTn id="32" presetID="42" presetClass="entr" presetSubtype="0" fill="hold" nodeType="withEffect">
                                  <p:stCondLst>
                                    <p:cond delay="65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800"/>
                                        <p:tgtEl>
                                          <p:spTgt spid="7"/>
                                        </p:tgtEl>
                                      </p:cBhvr>
                                    </p:animEffect>
                                    <p:anim calcmode="lin" valueType="num">
                                      <p:cBhvr additive="base">
                                        <p:cTn id="30" dur="800" fill="hold" decel="100000"/>
                                        <p:tgtEl>
                                          <p:spTgt spid="7"/>
                                        </p:tgtEl>
                                        <p:attrNameLst>
                                          <p:attrName>ppt_x</p:attrName>
                                        </p:attrNameLst>
                                      </p:cBhvr>
                                      <p:tavLst>
                                        <p:tav tm="0">
                                          <p:val>
                                            <p:strVal val="#ppt_x"/>
                                          </p:val>
                                        </p:tav>
                                        <p:tav tm="100000">
                                          <p:val>
                                            <p:strVal val="#ppt_x"/>
                                          </p:val>
                                        </p:tav>
                                      </p:tavLst>
                                    </p:anim>
                                    <p:anim calcmode="lin" valueType="num">
                                      <p:cBhvr additive="base">
                                        <p:cTn id="31" dur="800" fill="hold" decel="100000"/>
                                        <p:tgtEl>
                                          <p:spTgt spid="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0" descr="headline rv">    </p:cNvPr>
          <p:cNvPicPr>
            <a:picLocks noChangeAspect="1"/>
          </p:cNvPicPr>
          <p:nvPr/>
        </p:nvPicPr>
        <p:blipFill>
          <a:blip r:embed="rId2"/>
          <a:stretch>
            <a:fillRect/>
          </a:stretch>
        </p:blipFill>
        <p:spPr>
          <a:xfrm>
            <a:off x="761970" y="952439"/>
            <a:ext cx="6095848" cy="558790"/>
          </a:xfrm>
          <a:prstGeom prst="rect">
            <a:avLst/>
          </a:prstGeom>
        </p:spPr>
      </p:pic>
      <p:pic>
        <p:nvPicPr>
          <p:cNvPr id="3" name="L1" descr="sites rv">    </p:cNvPr>
          <p:cNvPicPr>
            <a:picLocks noChangeAspect="1"/>
          </p:cNvPicPr>
          <p:nvPr/>
        </p:nvPicPr>
        <p:blipFill>
          <a:blip r:embed="rId3"/>
          <a:stretch>
            <a:fillRect/>
          </a:stretch>
        </p:blipFill>
        <p:spPr>
          <a:xfrm>
            <a:off x="761970" y="1727119"/>
            <a:ext cx="6095848" cy="2101840"/>
          </a:xfrm>
          <a:prstGeom prst="rect">
            <a:avLst/>
          </a:prstGeom>
        </p:spPr>
      </p:pic>
      <p:pic>
        <p:nvPicPr>
          <p:cNvPr id="4" name="L2" descr="rules rv">    </p:cNvPr>
          <p:cNvPicPr>
            <a:picLocks noChangeAspect="1"/>
          </p:cNvPicPr>
          <p:nvPr/>
        </p:nvPicPr>
        <p:blipFill>
          <a:blip r:embed="rId4"/>
          <a:stretch>
            <a:fillRect/>
          </a:stretch>
        </p:blipFill>
        <p:spPr>
          <a:xfrm>
            <a:off x="761970" y="4044848"/>
            <a:ext cx="6095848" cy="317480"/>
          </a:xfrm>
          <a:prstGeom prst="rect">
            <a:avLst/>
          </a:prstGeom>
        </p:spPr>
      </p:pic>
      <p:pic>
        <p:nvPicPr>
          <p:cNvPr id="5" name="L3" descr="listing-wrap rv">    </p:cNvPr>
          <p:cNvPicPr>
            <a:picLocks noChangeAspect="1"/>
          </p:cNvPicPr>
          <p:nvPr/>
        </p:nvPicPr>
        <p:blipFill>
          <a:blip r:embed="rId5"/>
          <a:stretch>
            <a:fillRect/>
          </a:stretch>
        </p:blipFill>
        <p:spPr>
          <a:xfrm>
            <a:off x="7365858" y="1530340"/>
            <a:ext cx="4063868" cy="3987698"/>
          </a:xfrm>
          <a:prstGeom prst="rect">
            <a:avLst/>
          </a:prstGeom>
        </p:spPr>
      </p:pic>
      <p:pic>
        <p:nvPicPr>
          <p:cNvPr id="6" name="L4" descr="red-flag rf-1 frag">    </p:cNvPr>
          <p:cNvPicPr>
            <a:picLocks noChangeAspect="1"/>
          </p:cNvPicPr>
          <p:nvPr/>
        </p:nvPicPr>
        <p:blipFill>
          <a:blip r:embed="rId6"/>
          <a:stretch>
            <a:fillRect/>
          </a:stretch>
        </p:blipFill>
        <p:spPr>
          <a:xfrm>
            <a:off x="10051816" y="4229009"/>
            <a:ext cx="1752539" cy="279349"/>
          </a:xfrm>
          <a:prstGeom prst="rect">
            <a:avLst/>
          </a:prstGeom>
        </p:spPr>
      </p:pic>
      <p:pic>
        <p:nvPicPr>
          <p:cNvPr id="7" name="L5" descr="red-flag rf-2 frag">    </p:cNvPr>
          <p:cNvPicPr>
            <a:picLocks noChangeAspect="1"/>
          </p:cNvPicPr>
          <p:nvPr/>
        </p:nvPicPr>
        <p:blipFill>
          <a:blip r:embed="rId7"/>
          <a:stretch>
            <a:fillRect/>
          </a:stretch>
        </p:blipFill>
        <p:spPr>
          <a:xfrm>
            <a:off x="6991137" y="4673498"/>
            <a:ext cx="2082729" cy="279349"/>
          </a:xfrm>
          <a:prstGeom prst="rect">
            <a:avLst/>
          </a:prstGeom>
        </p:spPr>
      </p:pic>
      <p:pic>
        <p:nvPicPr>
          <p:cNvPr id="8" name="L6" descr="red-flag rf-3 frag">    </p:cNvPr>
          <p:cNvPicPr>
            <a:picLocks noChangeAspect="1"/>
          </p:cNvPicPr>
          <p:nvPr/>
        </p:nvPicPr>
        <p:blipFill>
          <a:blip r:embed="rId8"/>
          <a:stretch>
            <a:fillRect/>
          </a:stretch>
        </p:blipFill>
        <p:spPr>
          <a:xfrm>
            <a:off x="9988266" y="5511637"/>
            <a:ext cx="1689080" cy="279349"/>
          </a:xfrm>
          <a:prstGeom prst="rect">
            <a:avLst/>
          </a:prstGeom>
        </p:spPr>
      </p:pic>
      <p:pic>
        <p:nvPicPr>
          <p:cNvPr id="9" name="L7" descr="stamp frag">    </p:cNvPr>
          <p:cNvPicPr>
            <a:picLocks noChangeAspect="1"/>
          </p:cNvPicPr>
          <p:nvPr/>
        </p:nvPicPr>
        <p:blipFill>
          <a:blip r:embed="rId9"/>
          <a:stretch>
            <a:fillRect/>
          </a:stretch>
        </p:blipFill>
        <p:spPr>
          <a:xfrm>
            <a:off x="6540337" y="1295339"/>
            <a:ext cx="5651358" cy="3511479"/>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cond evt="onBegin" delay="0">
                          <p:tn val="2"/>
                        </p:cond>
                      </p:stCondLst>
                      <p:childTnLst>
                        <p:par>
                          <p:cTn id="24" fill="hold">
                            <p:stCondLst>
                              <p:cond delay="0"/>
                            </p:stCondLst>
                            <p:childTnLst>
                              <p:par>
                                <p:cTn id="7" presetID="42" presetClass="entr" presetSubtype="0" fill="hold" nodeType="afterEffect">
                                  <p:stCondLst>
                                    <p:cond delay="200"/>
                                  </p:stCondLst>
                                  <p:childTnLst>
                                    <p:set>
                                      <p:cBhvr>
                                        <p:cTn id="3" dur="1" fill="hold">
                                          <p:stCondLst>
                                            <p:cond delay="0"/>
                                          </p:stCondLst>
                                        </p:cTn>
                                        <p:tgtEl>
                                          <p:spTgt spid="2"/>
                                        </p:tgtEl>
                                        <p:attrNameLst>
                                          <p:attrName>style.visibility</p:attrName>
                                        </p:attrNameLst>
                                      </p:cBhvr>
                                      <p:to>
                                        <p:strVal val="visible"/>
                                      </p:to>
                                    </p:set>
                                    <p:animEffect transition="in" filter="fade">
                                      <p:cBhvr>
                                        <p:cTn id="4" dur="800"/>
                                        <p:tgtEl>
                                          <p:spTgt spid="2"/>
                                        </p:tgtEl>
                                      </p:cBhvr>
                                    </p:animEffect>
                                    <p:anim calcmode="lin" valueType="num">
                                      <p:cBhvr additive="base">
                                        <p:cTn id="5" dur="800" fill="hold" decel="100000"/>
                                        <p:tgtEl>
                                          <p:spTgt spid="2"/>
                                        </p:tgtEl>
                                        <p:attrNameLst>
                                          <p:attrName>ppt_x</p:attrName>
                                        </p:attrNameLst>
                                      </p:cBhvr>
                                      <p:tavLst>
                                        <p:tav tm="0">
                                          <p:val>
                                            <p:strVal val="#ppt_x"/>
                                          </p:val>
                                        </p:tav>
                                        <p:tav tm="100000">
                                          <p:val>
                                            <p:strVal val="#ppt_x"/>
                                          </p:val>
                                        </p:tav>
                                      </p:tavLst>
                                    </p:anim>
                                    <p:anim calcmode="lin" valueType="num">
                                      <p:cBhvr additive="base">
                                        <p:cTn id="6" dur="800" fill="hold" decel="100000"/>
                                        <p:tgtEl>
                                          <p:spTgt spid="2"/>
                                        </p:tgtEl>
                                        <p:attrNameLst>
                                          <p:attrName>ppt_y</p:attrName>
                                        </p:attrNameLst>
                                      </p:cBhvr>
                                      <p:tavLst>
                                        <p:tav tm="0">
                                          <p:val>
                                            <p:strVal val="#ppt_y+.04"/>
                                          </p:val>
                                        </p:tav>
                                        <p:tav tm="100000">
                                          <p:val>
                                            <p:strVal val="#ppt_y"/>
                                          </p:val>
                                        </p:tav>
                                      </p:tavLst>
                                    </p:anim>
                                  </p:childTnLst>
                                </p:cTn>
                              </p:par>
                              <p:par>
                                <p:cTn id="12" presetID="42" presetClass="entr" presetSubtype="0" fill="hold" nodeType="withEffect">
                                  <p:stCondLst>
                                    <p:cond delay="29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800"/>
                                        <p:tgtEl>
                                          <p:spTgt spid="3"/>
                                        </p:tgtEl>
                                      </p:cBhvr>
                                    </p:animEffect>
                                    <p:anim calcmode="lin" valueType="num">
                                      <p:cBhvr additive="base">
                                        <p:cTn id="10" dur="800" fill="hold" decel="100000"/>
                                        <p:tgtEl>
                                          <p:spTgt spid="3"/>
                                        </p:tgtEl>
                                        <p:attrNameLst>
                                          <p:attrName>ppt_x</p:attrName>
                                        </p:attrNameLst>
                                      </p:cBhvr>
                                      <p:tavLst>
                                        <p:tav tm="0">
                                          <p:val>
                                            <p:strVal val="#ppt_x"/>
                                          </p:val>
                                        </p:tav>
                                        <p:tav tm="100000">
                                          <p:val>
                                            <p:strVal val="#ppt_x"/>
                                          </p:val>
                                        </p:tav>
                                      </p:tavLst>
                                    </p:anim>
                                    <p:anim calcmode="lin" valueType="num">
                                      <p:cBhvr additive="base">
                                        <p:cTn id="11" dur="800" fill="hold" decel="100000"/>
                                        <p:tgtEl>
                                          <p:spTgt spid="3"/>
                                        </p:tgtEl>
                                        <p:attrNameLst>
                                          <p:attrName>ppt_y</p:attrName>
                                        </p:attrNameLst>
                                      </p:cBhvr>
                                      <p:tavLst>
                                        <p:tav tm="0">
                                          <p:val>
                                            <p:strVal val="#ppt_y+.04"/>
                                          </p:val>
                                        </p:tav>
                                        <p:tav tm="100000">
                                          <p:val>
                                            <p:strVal val="#ppt_y"/>
                                          </p:val>
                                        </p:tav>
                                      </p:tavLst>
                                    </p:anim>
                                  </p:childTnLst>
                                </p:cTn>
                              </p:par>
                              <p:par>
                                <p:cTn id="17" presetID="42" presetClass="entr" presetSubtype="0" fill="hold" nodeType="withEffect">
                                  <p:stCondLst>
                                    <p:cond delay="38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800"/>
                                        <p:tgtEl>
                                          <p:spTgt spid="4"/>
                                        </p:tgtEl>
                                      </p:cBhvr>
                                    </p:animEffect>
                                    <p:anim calcmode="lin" valueType="num">
                                      <p:cBhvr additive="base">
                                        <p:cTn id="15" dur="800" fill="hold" decel="100000"/>
                                        <p:tgtEl>
                                          <p:spTgt spid="4"/>
                                        </p:tgtEl>
                                        <p:attrNameLst>
                                          <p:attrName>ppt_x</p:attrName>
                                        </p:attrNameLst>
                                      </p:cBhvr>
                                      <p:tavLst>
                                        <p:tav tm="0">
                                          <p:val>
                                            <p:strVal val="#ppt_x"/>
                                          </p:val>
                                        </p:tav>
                                        <p:tav tm="100000">
                                          <p:val>
                                            <p:strVal val="#ppt_x"/>
                                          </p:val>
                                        </p:tav>
                                      </p:tavLst>
                                    </p:anim>
                                    <p:anim calcmode="lin" valueType="num">
                                      <p:cBhvr additive="base">
                                        <p:cTn id="16" dur="800" fill="hold" decel="100000"/>
                                        <p:tgtEl>
                                          <p:spTgt spid="4"/>
                                        </p:tgtEl>
                                        <p:attrNameLst>
                                          <p:attrName>ppt_y</p:attrName>
                                        </p:attrNameLst>
                                      </p:cBhvr>
                                      <p:tavLst>
                                        <p:tav tm="0">
                                          <p:val>
                                            <p:strVal val="#ppt_y+.04"/>
                                          </p:val>
                                        </p:tav>
                                        <p:tav tm="100000">
                                          <p:val>
                                            <p:strVal val="#ppt_y"/>
                                          </p:val>
                                        </p:tav>
                                      </p:tavLst>
                                    </p:anim>
                                  </p:childTnLst>
                                </p:cTn>
                              </p:par>
                              <p:par>
                                <p:cTn id="22" presetID="42" presetClass="entr" presetSubtype="0" fill="hold" nodeType="withEffect">
                                  <p:stCondLst>
                                    <p:cond delay="47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800"/>
                                        <p:tgtEl>
                                          <p:spTgt spid="5"/>
                                        </p:tgtEl>
                                      </p:cBhvr>
                                    </p:animEffect>
                                    <p:anim calcmode="lin" valueType="num">
                                      <p:cBhvr additive="base">
                                        <p:cTn id="20" dur="800" fill="hold" decel="100000"/>
                                        <p:tgtEl>
                                          <p:spTgt spid="5"/>
                                        </p:tgtEl>
                                        <p:attrNameLst>
                                          <p:attrName>ppt_x</p:attrName>
                                        </p:attrNameLst>
                                      </p:cBhvr>
                                      <p:tavLst>
                                        <p:tav tm="0">
                                          <p:val>
                                            <p:strVal val="#ppt_x"/>
                                          </p:val>
                                        </p:tav>
                                        <p:tav tm="100000">
                                          <p:val>
                                            <p:strVal val="#ppt_x"/>
                                          </p:val>
                                        </p:tav>
                                      </p:tavLst>
                                    </p:anim>
                                    <p:anim calcmode="lin" valueType="num">
                                      <p:cBhvr additive="base">
                                        <p:cTn id="21" dur="800" fill="hold" decel="100000"/>
                                        <p:tgtEl>
                                          <p:spTgt spid="5"/>
                                        </p:tgtEl>
                                        <p:attrNameLst>
                                          <p:attrName>ppt_y</p:attrName>
                                        </p:attrNameLst>
                                      </p:cBhvr>
                                      <p:tavLst>
                                        <p:tav tm="0">
                                          <p:val>
                                            <p:strVal val="#ppt_y+.04"/>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29" presetID="42" presetClass="entr" presetSubtype="0"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600"/>
                                        <p:tgtEl>
                                          <p:spTgt spid="6"/>
                                        </p:tgtEl>
                                      </p:cBhvr>
                                    </p:animEffect>
                                    <p:anim calcmode="lin" valueType="num">
                                      <p:cBhvr additive="base">
                                        <p:cTn id="27" dur="600" fill="hold" decel="100000"/>
                                        <p:tgtEl>
                                          <p:spTgt spid="6"/>
                                        </p:tgtEl>
                                        <p:attrNameLst>
                                          <p:attrName>ppt_x</p:attrName>
                                        </p:attrNameLst>
                                      </p:cBhvr>
                                      <p:tavLst>
                                        <p:tav tm="0">
                                          <p:val>
                                            <p:strVal val="#ppt_x"/>
                                          </p:val>
                                        </p:tav>
                                        <p:tav tm="100000">
                                          <p:val>
                                            <p:strVal val="#ppt_x"/>
                                          </p:val>
                                        </p:tav>
                                      </p:tavLst>
                                    </p:anim>
                                    <p:anim calcmode="lin" valueType="num">
                                      <p:cBhvr additive="base">
                                        <p:cTn id="28" dur="600" fill="hold" decel="100000"/>
                                        <p:tgtEl>
                                          <p:spTgt spid="6"/>
                                        </p:tgtEl>
                                        <p:attrNameLst>
                                          <p:attrName>ppt_y</p:attrName>
                                        </p:attrNameLst>
                                      </p:cBhvr>
                                      <p:tavLst>
                                        <p:tav tm="0">
                                          <p:val>
                                            <p:strVal val="#ppt_y+.04"/>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6" presetID="42"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600"/>
                                        <p:tgtEl>
                                          <p:spTgt spid="7"/>
                                        </p:tgtEl>
                                      </p:cBhvr>
                                    </p:animEffect>
                                    <p:anim calcmode="lin" valueType="num">
                                      <p:cBhvr additive="base">
                                        <p:cTn id="34" dur="600" fill="hold" decel="100000"/>
                                        <p:tgtEl>
                                          <p:spTgt spid="7"/>
                                        </p:tgtEl>
                                        <p:attrNameLst>
                                          <p:attrName>ppt_x</p:attrName>
                                        </p:attrNameLst>
                                      </p:cBhvr>
                                      <p:tavLst>
                                        <p:tav tm="0">
                                          <p:val>
                                            <p:strVal val="#ppt_x"/>
                                          </p:val>
                                        </p:tav>
                                        <p:tav tm="100000">
                                          <p:val>
                                            <p:strVal val="#ppt_x"/>
                                          </p:val>
                                        </p:tav>
                                      </p:tavLst>
                                    </p:anim>
                                    <p:anim calcmode="lin" valueType="num">
                                      <p:cBhvr additive="base">
                                        <p:cTn id="35" dur="600" fill="hold" decel="100000"/>
                                        <p:tgtEl>
                                          <p:spTgt spid="7"/>
                                        </p:tgtEl>
                                        <p:attrNameLst>
                                          <p:attrName>ppt_y</p:attrName>
                                        </p:attrNameLst>
                                      </p:cBhvr>
                                      <p:tavLst>
                                        <p:tav tm="0">
                                          <p:val>
                                            <p:strVal val="#ppt_y+.04"/>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3" presetID="42" presetClass="entr" presetSubtype="0"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600"/>
                                        <p:tgtEl>
                                          <p:spTgt spid="8"/>
                                        </p:tgtEl>
                                      </p:cBhvr>
                                    </p:animEffect>
                                    <p:anim calcmode="lin" valueType="num">
                                      <p:cBhvr additive="base">
                                        <p:cTn id="41" dur="600" fill="hold" decel="100000"/>
                                        <p:tgtEl>
                                          <p:spTgt spid="8"/>
                                        </p:tgtEl>
                                        <p:attrNameLst>
                                          <p:attrName>ppt_x</p:attrName>
                                        </p:attrNameLst>
                                      </p:cBhvr>
                                      <p:tavLst>
                                        <p:tav tm="0">
                                          <p:val>
                                            <p:strVal val="#ppt_x"/>
                                          </p:val>
                                        </p:tav>
                                        <p:tav tm="100000">
                                          <p:val>
                                            <p:strVal val="#ppt_x"/>
                                          </p:val>
                                        </p:tav>
                                      </p:tavLst>
                                    </p:anim>
                                    <p:anim calcmode="lin" valueType="num">
                                      <p:cBhvr additive="base">
                                        <p:cTn id="42" dur="600" fill="hold" decel="100000"/>
                                        <p:tgtEl>
                                          <p:spTgt spid="8"/>
                                        </p:tgtEl>
                                        <p:attrNameLst>
                                          <p:attrName>ppt_y</p:attrName>
                                        </p:attrNameLst>
                                      </p:cBhvr>
                                      <p:tavLst>
                                        <p:tav tm="0">
                                          <p:val>
                                            <p:strVal val="#ppt_y+.04"/>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0" presetID="53" presetClass="entr" presetSubtype="16"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 calcmode="lin" valueType="num">
                                      <p:cBhvr additive="base">
                                        <p:cTn id="47" dur="450" fill="hold" decel="100000"/>
                                        <p:tgtEl>
                                          <p:spTgt spid="9"/>
                                        </p:tgtEl>
                                        <p:attrNameLst>
                                          <p:attrName>ppt_w</p:attrName>
                                        </p:attrNameLst>
                                      </p:cBhvr>
                                      <p:tavLst>
                                        <p:tav tm="0">
                                          <p:val>
                                            <p:strVal val="0"/>
                                          </p:val>
                                        </p:tav>
                                        <p:tav tm="100000">
                                          <p:val>
                                            <p:strVal val="#ppt_w"/>
                                          </p:val>
                                        </p:tav>
                                      </p:tavLst>
                                    </p:anim>
                                    <p:anim calcmode="lin" valueType="num">
                                      <p:cBhvr additive="base">
                                        <p:cTn id="48" dur="450" fill="hold" decel="100000"/>
                                        <p:tgtEl>
                                          <p:spTgt spid="9"/>
                                        </p:tgtEl>
                                        <p:attrNameLst>
                                          <p:attrName>ppt_h</p:attrName>
                                        </p:attrNameLst>
                                      </p:cBhvr>
                                      <p:tavLst>
                                        <p:tav tm="0">
                                          <p:val>
                                            <p:strVal val="0"/>
                                          </p:val>
                                        </p:tav>
                                        <p:tav tm="100000">
                                          <p:val>
                                            <p:strVal val="#ppt_h"/>
                                          </p:val>
                                        </p:tav>
                                      </p:tavLst>
                                    </p:anim>
                                    <p:animEffect transition="in" filter="fade">
                                      <p:cBhvr>
                                        <p:cTn id="49"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0" descr="headline rv">    </p:cNvPr>
          <p:cNvPicPr>
            <a:picLocks noChangeAspect="1"/>
          </p:cNvPicPr>
          <p:nvPr/>
        </p:nvPicPr>
        <p:blipFill>
          <a:blip r:embed="rId2"/>
          <a:stretch>
            <a:fillRect/>
          </a:stretch>
        </p:blipFill>
        <p:spPr>
          <a:xfrm>
            <a:off x="761970" y="952439"/>
            <a:ext cx="10667756" cy="558790"/>
          </a:xfrm>
          <a:prstGeom prst="rect">
            <a:avLst/>
          </a:prstGeom>
        </p:spPr>
      </p:pic>
      <p:pic>
        <p:nvPicPr>
          <p:cNvPr id="3" name="L1" descr="track">    </p:cNvPr>
          <p:cNvPicPr>
            <a:picLocks noChangeAspect="1"/>
          </p:cNvPicPr>
          <p:nvPr/>
        </p:nvPicPr>
        <p:blipFill>
          <a:blip r:embed="rId3"/>
          <a:stretch>
            <a:fillRect/>
          </a:stretch>
        </p:blipFill>
        <p:spPr>
          <a:xfrm>
            <a:off x="1828800" y="2178009"/>
            <a:ext cx="8534187" cy="25420"/>
          </a:xfrm>
          <a:prstGeom prst="rect">
            <a:avLst/>
          </a:prstGeom>
        </p:spPr>
      </p:pic>
      <p:pic>
        <p:nvPicPr>
          <p:cNvPr id="4" name="L2" descr="node">    </p:cNvPr>
          <p:cNvPicPr>
            <a:picLocks noChangeAspect="1"/>
          </p:cNvPicPr>
          <p:nvPr/>
        </p:nvPicPr>
        <p:blipFill>
          <a:blip r:embed="rId4"/>
          <a:stretch>
            <a:fillRect/>
          </a:stretch>
        </p:blipFill>
        <p:spPr>
          <a:xfrm>
            <a:off x="1428750" y="1866839"/>
            <a:ext cx="654070" cy="647670"/>
          </a:xfrm>
          <a:prstGeom prst="rect">
            <a:avLst/>
          </a:prstGeom>
        </p:spPr>
      </p:pic>
      <p:pic>
        <p:nvPicPr>
          <p:cNvPr id="5" name="L3" descr="node">    </p:cNvPr>
          <p:cNvPicPr>
            <a:picLocks noChangeAspect="1"/>
          </p:cNvPicPr>
          <p:nvPr/>
        </p:nvPicPr>
        <p:blipFill>
          <a:blip r:embed="rId5"/>
          <a:stretch>
            <a:fillRect/>
          </a:stretch>
        </p:blipFill>
        <p:spPr>
          <a:xfrm>
            <a:off x="3600359" y="1866839"/>
            <a:ext cx="654070" cy="647670"/>
          </a:xfrm>
          <a:prstGeom prst="rect">
            <a:avLst/>
          </a:prstGeom>
        </p:spPr>
      </p:pic>
      <p:pic>
        <p:nvPicPr>
          <p:cNvPr id="6" name="L4" descr="node">    </p:cNvPr>
          <p:cNvPicPr>
            <a:picLocks noChangeAspect="1"/>
          </p:cNvPicPr>
          <p:nvPr/>
        </p:nvPicPr>
        <p:blipFill>
          <a:blip r:embed="rId6"/>
          <a:stretch>
            <a:fillRect/>
          </a:stretch>
        </p:blipFill>
        <p:spPr>
          <a:xfrm>
            <a:off x="5765658" y="1866839"/>
            <a:ext cx="654070" cy="647670"/>
          </a:xfrm>
          <a:prstGeom prst="rect">
            <a:avLst/>
          </a:prstGeom>
        </p:spPr>
      </p:pic>
      <p:pic>
        <p:nvPicPr>
          <p:cNvPr id="7" name="L5" descr="pquote rv">    </p:cNvPr>
          <p:cNvPicPr>
            <a:picLocks noChangeAspect="1"/>
          </p:cNvPicPr>
          <p:nvPr/>
        </p:nvPicPr>
        <p:blipFill>
          <a:blip r:embed="rId7"/>
          <a:stretch>
            <a:fillRect/>
          </a:stretch>
        </p:blipFill>
        <p:spPr>
          <a:xfrm>
            <a:off x="761970" y="3771809"/>
            <a:ext cx="10667756" cy="1396929"/>
          </a:xfrm>
          <a:prstGeom prst="rect">
            <a:avLst/>
          </a:prstGeom>
        </p:spPr>
      </p:pic>
      <p:pic>
        <p:nvPicPr>
          <p:cNvPr id="8" name="L6" descr="node">    </p:cNvPr>
          <p:cNvPicPr>
            <a:picLocks noChangeAspect="1"/>
          </p:cNvPicPr>
          <p:nvPr/>
        </p:nvPicPr>
        <p:blipFill>
          <a:blip r:embed="rId8"/>
          <a:stretch>
            <a:fillRect/>
          </a:stretch>
        </p:blipFill>
        <p:spPr>
          <a:xfrm>
            <a:off x="7937266" y="1866839"/>
            <a:ext cx="654070" cy="647670"/>
          </a:xfrm>
          <a:prstGeom prst="rect">
            <a:avLst/>
          </a:prstGeom>
        </p:spPr>
      </p:pic>
      <p:pic>
        <p:nvPicPr>
          <p:cNvPr id="9" name="L7" descr="node">    </p:cNvPr>
          <p:cNvPicPr>
            <a:picLocks noChangeAspect="1"/>
          </p:cNvPicPr>
          <p:nvPr/>
        </p:nvPicPr>
        <p:blipFill>
          <a:blip r:embed="rId9"/>
          <a:stretch>
            <a:fillRect/>
          </a:stretch>
        </p:blipFill>
        <p:spPr>
          <a:xfrm>
            <a:off x="10108966" y="1866839"/>
            <a:ext cx="654070" cy="64767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41" fill="hold">
                      <p:stCondLst>
                        <p:cond delay="indefinite"/>
                        <p:cond evt="onBegin" delay="0">
                          <p:tn val="2"/>
                        </p:cond>
                      </p:stCondLst>
                      <p:childTnLst>
                        <p:par>
                          <p:cTn id="42" fill="hold">
                            <p:stCondLst>
                              <p:cond delay="0"/>
                            </p:stCondLst>
                            <p:childTnLst>
                              <p:par>
                                <p:cTn id="7" presetID="42" presetClass="entr" presetSubtype="0" fill="hold" nodeType="afterEffect">
                                  <p:stCondLst>
                                    <p:cond delay="200"/>
                                  </p:stCondLst>
                                  <p:childTnLst>
                                    <p:set>
                                      <p:cBhvr>
                                        <p:cTn id="3" dur="1" fill="hold">
                                          <p:stCondLst>
                                            <p:cond delay="0"/>
                                          </p:stCondLst>
                                        </p:cTn>
                                        <p:tgtEl>
                                          <p:spTgt spid="2"/>
                                        </p:tgtEl>
                                        <p:attrNameLst>
                                          <p:attrName>style.visibility</p:attrName>
                                        </p:attrNameLst>
                                      </p:cBhvr>
                                      <p:to>
                                        <p:strVal val="visible"/>
                                      </p:to>
                                    </p:set>
                                    <p:animEffect transition="in" filter="fade">
                                      <p:cBhvr>
                                        <p:cTn id="4" dur="800"/>
                                        <p:tgtEl>
                                          <p:spTgt spid="2"/>
                                        </p:tgtEl>
                                      </p:cBhvr>
                                    </p:animEffect>
                                    <p:anim calcmode="lin" valueType="num">
                                      <p:cBhvr additive="base">
                                        <p:cTn id="5" dur="800" fill="hold" decel="100000"/>
                                        <p:tgtEl>
                                          <p:spTgt spid="2"/>
                                        </p:tgtEl>
                                        <p:attrNameLst>
                                          <p:attrName>ppt_x</p:attrName>
                                        </p:attrNameLst>
                                      </p:cBhvr>
                                      <p:tavLst>
                                        <p:tav tm="0">
                                          <p:val>
                                            <p:strVal val="#ppt_x"/>
                                          </p:val>
                                        </p:tav>
                                        <p:tav tm="100000">
                                          <p:val>
                                            <p:strVal val="#ppt_x"/>
                                          </p:val>
                                        </p:tav>
                                      </p:tavLst>
                                    </p:anim>
                                    <p:anim calcmode="lin" valueType="num">
                                      <p:cBhvr additive="base">
                                        <p:cTn id="6" dur="800" fill="hold" decel="100000"/>
                                        <p:tgtEl>
                                          <p:spTgt spid="2"/>
                                        </p:tgtEl>
                                        <p:attrNameLst>
                                          <p:attrName>ppt_y</p:attrName>
                                        </p:attrNameLst>
                                      </p:cBhvr>
                                      <p:tavLst>
                                        <p:tav tm="0">
                                          <p:val>
                                            <p:strVal val="#ppt_y+.04"/>
                                          </p:val>
                                        </p:tav>
                                        <p:tav tm="100000">
                                          <p:val>
                                            <p:strVal val="#ppt_y"/>
                                          </p:val>
                                        </p:tav>
                                      </p:tavLst>
                                    </p:anim>
                                  </p:childTnLst>
                                </p:cTn>
                              </p:par>
                              <p:par>
                                <p:cTn id="10" presetID="22" presetClass="entr" presetSubtype="8" fill="hold" nodeType="withEffect">
                                  <p:stCondLst>
                                    <p:cond delay="500"/>
                                  </p:stCondLst>
                                  <p:childTnLst>
                                    <p:set>
                                      <p:cBhvr>
                                        <p:cTn id="8" dur="1" fill="hold">
                                          <p:stCondLst>
                                            <p:cond delay="0"/>
                                          </p:stCondLst>
                                        </p:cTn>
                                        <p:tgtEl>
                                          <p:spTgt spid="3"/>
                                        </p:tgtEl>
                                        <p:attrNameLst>
                                          <p:attrName>style.visibility</p:attrName>
                                        </p:attrNameLst>
                                      </p:cBhvr>
                                      <p:to>
                                        <p:strVal val="visible"/>
                                      </p:to>
                                    </p:set>
                                    <p:animEffect transition="in" filter="wipe(left)">
                                      <p:cBhvr>
                                        <p:cTn id="9" dur="2200"/>
                                        <p:tgtEl>
                                          <p:spTgt spid="3"/>
                                        </p:tgtEl>
                                      </p:cBhvr>
                                    </p:animEffect>
                                  </p:childTnLst>
                                </p:cTn>
                              </p:par>
                              <p:par>
                                <p:cTn id="15" presetID="53" presetClass="entr" presetSubtype="16" fill="hold" nodeType="withEffect">
                                  <p:stCondLst>
                                    <p:cond delay="60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decel="100000"/>
                                        <p:tgtEl>
                                          <p:spTgt spid="4"/>
                                        </p:tgtEl>
                                        <p:attrNameLst>
                                          <p:attrName>ppt_w</p:attrName>
                                        </p:attrNameLst>
                                      </p:cBhvr>
                                      <p:tavLst>
                                        <p:tav tm="0">
                                          <p:val>
                                            <p:strVal val="0"/>
                                          </p:val>
                                        </p:tav>
                                        <p:tav tm="100000">
                                          <p:val>
                                            <p:strVal val="#ppt_w"/>
                                          </p:val>
                                        </p:tav>
                                      </p:tavLst>
                                    </p:anim>
                                    <p:anim calcmode="lin" valueType="num">
                                      <p:cBhvr additive="base">
                                        <p:cTn id="13" dur="500" fill="hold" decel="100000"/>
                                        <p:tgtEl>
                                          <p:spTgt spid="4"/>
                                        </p:tgtEl>
                                        <p:attrNameLst>
                                          <p:attrName>ppt_h</p:attrName>
                                        </p:attrNameLst>
                                      </p:cBhvr>
                                      <p:tavLst>
                                        <p:tav tm="0">
                                          <p:val>
                                            <p:strVal val="0"/>
                                          </p:val>
                                        </p:tav>
                                        <p:tav tm="100000">
                                          <p:val>
                                            <p:strVal val="#ppt_h"/>
                                          </p:val>
                                        </p:tav>
                                      </p:tavLst>
                                    </p:anim>
                                    <p:animEffect transition="in" filter="fade">
                                      <p:cBhvr>
                                        <p:cTn id="14" dur="500"/>
                                        <p:tgtEl>
                                          <p:spTgt spid="4"/>
                                        </p:tgtEl>
                                      </p:cBhvr>
                                    </p:animEffect>
                                  </p:childTnLst>
                                </p:cTn>
                              </p:par>
                              <p:par>
                                <p:cTn id="20" presetID="53" presetClass="entr" presetSubtype="16" fill="hold" nodeType="withEffect">
                                  <p:stCondLst>
                                    <p:cond delay="1020"/>
                                  </p:stCondLst>
                                  <p:childTnLst>
                                    <p:set>
                                      <p:cBhvr>
                                        <p:cTn id="16" dur="1" fill="hold">
                                          <p:stCondLst>
                                            <p:cond delay="0"/>
                                          </p:stCondLst>
                                        </p:cTn>
                                        <p:tgtEl>
                                          <p:spTgt spid="5"/>
                                        </p:tgtEl>
                                        <p:attrNameLst>
                                          <p:attrName>style.visibility</p:attrName>
                                        </p:attrNameLst>
                                      </p:cBhvr>
                                      <p:to>
                                        <p:strVal val="visible"/>
                                      </p:to>
                                    </p:set>
                                    <p:anim calcmode="lin" valueType="num">
                                      <p:cBhvr additive="base">
                                        <p:cTn id="17" dur="500" fill="hold" decel="100000"/>
                                        <p:tgtEl>
                                          <p:spTgt spid="5"/>
                                        </p:tgtEl>
                                        <p:attrNameLst>
                                          <p:attrName>ppt_w</p:attrName>
                                        </p:attrNameLst>
                                      </p:cBhvr>
                                      <p:tavLst>
                                        <p:tav tm="0">
                                          <p:val>
                                            <p:strVal val="0"/>
                                          </p:val>
                                        </p:tav>
                                        <p:tav tm="100000">
                                          <p:val>
                                            <p:strVal val="#ppt_w"/>
                                          </p:val>
                                        </p:tav>
                                      </p:tavLst>
                                    </p:anim>
                                    <p:anim calcmode="lin" valueType="num">
                                      <p:cBhvr additive="base">
                                        <p:cTn id="18" dur="500" fill="hold" decel="100000"/>
                                        <p:tgtEl>
                                          <p:spTgt spid="5"/>
                                        </p:tgtEl>
                                        <p:attrNameLst>
                                          <p:attrName>ppt_h</p:attrName>
                                        </p:attrNameLst>
                                      </p:cBhvr>
                                      <p:tavLst>
                                        <p:tav tm="0">
                                          <p:val>
                                            <p:strVal val="0"/>
                                          </p:val>
                                        </p:tav>
                                        <p:tav tm="100000">
                                          <p:val>
                                            <p:strVal val="#ppt_h"/>
                                          </p:val>
                                        </p:tav>
                                      </p:tavLst>
                                    </p:anim>
                                    <p:animEffect transition="in" filter="fade">
                                      <p:cBhvr>
                                        <p:cTn id="19" dur="500"/>
                                        <p:tgtEl>
                                          <p:spTgt spid="5"/>
                                        </p:tgtEl>
                                      </p:cBhvr>
                                    </p:animEffect>
                                  </p:childTnLst>
                                </p:cTn>
                              </p:par>
                              <p:par>
                                <p:cTn id="25" presetID="53" presetClass="entr" presetSubtype="16" fill="hold" nodeType="withEffect">
                                  <p:stCondLst>
                                    <p:cond delay="144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decel="100000"/>
                                        <p:tgtEl>
                                          <p:spTgt spid="6"/>
                                        </p:tgtEl>
                                        <p:attrNameLst>
                                          <p:attrName>ppt_w</p:attrName>
                                        </p:attrNameLst>
                                      </p:cBhvr>
                                      <p:tavLst>
                                        <p:tav tm="0">
                                          <p:val>
                                            <p:strVal val="0"/>
                                          </p:val>
                                        </p:tav>
                                        <p:tav tm="100000">
                                          <p:val>
                                            <p:strVal val="#ppt_w"/>
                                          </p:val>
                                        </p:tav>
                                      </p:tavLst>
                                    </p:anim>
                                    <p:anim calcmode="lin" valueType="num">
                                      <p:cBhvr additive="base">
                                        <p:cTn id="23" dur="500" fill="hold" decel="100000"/>
                                        <p:tgtEl>
                                          <p:spTgt spid="6"/>
                                        </p:tgtEl>
                                        <p:attrNameLst>
                                          <p:attrName>ppt_h</p:attrName>
                                        </p:attrNameLst>
                                      </p:cBhvr>
                                      <p:tavLst>
                                        <p:tav tm="0">
                                          <p:val>
                                            <p:strVal val="0"/>
                                          </p:val>
                                        </p:tav>
                                        <p:tav tm="100000">
                                          <p:val>
                                            <p:strVal val="#ppt_h"/>
                                          </p:val>
                                        </p:tav>
                                      </p:tavLst>
                                    </p:anim>
                                    <p:animEffect transition="in" filter="fade">
                                      <p:cBhvr>
                                        <p:cTn id="24" dur="500"/>
                                        <p:tgtEl>
                                          <p:spTgt spid="6"/>
                                        </p:tgtEl>
                                      </p:cBhvr>
                                    </p:animEffect>
                                  </p:childTnLst>
                                </p:cTn>
                              </p:par>
                              <p:par>
                                <p:cTn id="30" presetID="42" presetClass="entr" presetSubtype="0" fill="hold" nodeType="withEffect">
                                  <p:stCondLst>
                                    <p:cond delay="38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800"/>
                                        <p:tgtEl>
                                          <p:spTgt spid="7"/>
                                        </p:tgtEl>
                                      </p:cBhvr>
                                    </p:animEffect>
                                    <p:anim calcmode="lin" valueType="num">
                                      <p:cBhvr additive="base">
                                        <p:cTn id="28" dur="800" fill="hold" decel="100000"/>
                                        <p:tgtEl>
                                          <p:spTgt spid="7"/>
                                        </p:tgtEl>
                                        <p:attrNameLst>
                                          <p:attrName>ppt_x</p:attrName>
                                        </p:attrNameLst>
                                      </p:cBhvr>
                                      <p:tavLst>
                                        <p:tav tm="0">
                                          <p:val>
                                            <p:strVal val="#ppt_x"/>
                                          </p:val>
                                        </p:tav>
                                        <p:tav tm="100000">
                                          <p:val>
                                            <p:strVal val="#ppt_x"/>
                                          </p:val>
                                        </p:tav>
                                      </p:tavLst>
                                    </p:anim>
                                    <p:anim calcmode="lin" valueType="num">
                                      <p:cBhvr additive="base">
                                        <p:cTn id="29" dur="800" fill="hold" decel="100000"/>
                                        <p:tgtEl>
                                          <p:spTgt spid="7"/>
                                        </p:tgtEl>
                                        <p:attrNameLst>
                                          <p:attrName>ppt_y</p:attrName>
                                        </p:attrNameLst>
                                      </p:cBhvr>
                                      <p:tavLst>
                                        <p:tav tm="0">
                                          <p:val>
                                            <p:strVal val="#ppt_y+.04"/>
                                          </p:val>
                                        </p:tav>
                                        <p:tav tm="100000">
                                          <p:val>
                                            <p:strVal val="#ppt_y"/>
                                          </p:val>
                                        </p:tav>
                                      </p:tavLst>
                                    </p:anim>
                                  </p:childTnLst>
                                </p:cTn>
                              </p:par>
                              <p:par>
                                <p:cTn id="35" presetID="53" presetClass="entr" presetSubtype="16" fill="hold" nodeType="withEffect">
                                  <p:stCondLst>
                                    <p:cond delay="186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decel="100000"/>
                                        <p:tgtEl>
                                          <p:spTgt spid="8"/>
                                        </p:tgtEl>
                                        <p:attrNameLst>
                                          <p:attrName>ppt_w</p:attrName>
                                        </p:attrNameLst>
                                      </p:cBhvr>
                                      <p:tavLst>
                                        <p:tav tm="0">
                                          <p:val>
                                            <p:strVal val="0"/>
                                          </p:val>
                                        </p:tav>
                                        <p:tav tm="100000">
                                          <p:val>
                                            <p:strVal val="#ppt_w"/>
                                          </p:val>
                                        </p:tav>
                                      </p:tavLst>
                                    </p:anim>
                                    <p:anim calcmode="lin" valueType="num">
                                      <p:cBhvr additive="base">
                                        <p:cTn id="33" dur="500" fill="hold" decel="100000"/>
                                        <p:tgtEl>
                                          <p:spTgt spid="8"/>
                                        </p:tgtEl>
                                        <p:attrNameLst>
                                          <p:attrName>ppt_h</p:attrName>
                                        </p:attrNameLst>
                                      </p:cBhvr>
                                      <p:tavLst>
                                        <p:tav tm="0">
                                          <p:val>
                                            <p:strVal val="0"/>
                                          </p:val>
                                        </p:tav>
                                        <p:tav tm="100000">
                                          <p:val>
                                            <p:strVal val="#ppt_h"/>
                                          </p:val>
                                        </p:tav>
                                      </p:tavLst>
                                    </p:anim>
                                    <p:animEffect transition="in" filter="fade">
                                      <p:cBhvr>
                                        <p:cTn id="34" dur="500"/>
                                        <p:tgtEl>
                                          <p:spTgt spid="8"/>
                                        </p:tgtEl>
                                      </p:cBhvr>
                                    </p:animEffect>
                                  </p:childTnLst>
                                </p:cTn>
                              </p:par>
                              <p:par>
                                <p:cTn id="40" presetID="53" presetClass="entr" presetSubtype="16" fill="hold" nodeType="withEffect">
                                  <p:stCondLst>
                                    <p:cond delay="2280"/>
                                  </p:stCondLst>
                                  <p:childTnLst>
                                    <p:set>
                                      <p:cBhvr>
                                        <p:cTn id="36" dur="1" fill="hold">
                                          <p:stCondLst>
                                            <p:cond delay="0"/>
                                          </p:stCondLst>
                                        </p:cTn>
                                        <p:tgtEl>
                                          <p:spTgt spid="9"/>
                                        </p:tgtEl>
                                        <p:attrNameLst>
                                          <p:attrName>style.visibility</p:attrName>
                                        </p:attrNameLst>
                                      </p:cBhvr>
                                      <p:to>
                                        <p:strVal val="visible"/>
                                      </p:to>
                                    </p:set>
                                    <p:anim calcmode="lin" valueType="num">
                                      <p:cBhvr additive="base">
                                        <p:cTn id="37" dur="500" fill="hold" decel="100000"/>
                                        <p:tgtEl>
                                          <p:spTgt spid="9"/>
                                        </p:tgtEl>
                                        <p:attrNameLst>
                                          <p:attrName>ppt_w</p:attrName>
                                        </p:attrNameLst>
                                      </p:cBhvr>
                                      <p:tavLst>
                                        <p:tav tm="0">
                                          <p:val>
                                            <p:strVal val="0"/>
                                          </p:val>
                                        </p:tav>
                                        <p:tav tm="100000">
                                          <p:val>
                                            <p:strVal val="#ppt_w"/>
                                          </p:val>
                                        </p:tav>
                                      </p:tavLst>
                                    </p:anim>
                                    <p:anim calcmode="lin" valueType="num">
                                      <p:cBhvr additive="base">
                                        <p:cTn id="38" dur="500" fill="hold" decel="100000"/>
                                        <p:tgtEl>
                                          <p:spTgt spid="9"/>
                                        </p:tgtEl>
                                        <p:attrNameLst>
                                          <p:attrName>ppt_h</p:attrName>
                                        </p:attrNameLst>
                                      </p:cBhvr>
                                      <p:tavLst>
                                        <p:tav tm="0">
                                          <p:val>
                                            <p:strVal val="0"/>
                                          </p:val>
                                        </p:tav>
                                        <p:tav tm="100000">
                                          <p:val>
                                            <p:strVal val="#ppt_h"/>
                                          </p:val>
                                        </p:tav>
                                      </p:tavLst>
                                    </p:anim>
                                    <p:animEffect transition="in" filter="fade">
                                      <p:cBhvr>
                                        <p:cTn id="3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0" descr="headline rv">    </p:cNvPr>
          <p:cNvPicPr>
            <a:picLocks noChangeAspect="1"/>
          </p:cNvPicPr>
          <p:nvPr/>
        </p:nvPicPr>
        <p:blipFill>
          <a:blip r:embed="rId2"/>
          <a:stretch>
            <a:fillRect/>
          </a:stretch>
        </p:blipFill>
        <p:spPr>
          <a:xfrm>
            <a:off x="761970" y="952439"/>
            <a:ext cx="10667756" cy="558790"/>
          </a:xfrm>
          <a:prstGeom prst="rect">
            <a:avLst/>
          </a:prstGeom>
        </p:spPr>
      </p:pic>
      <p:pic>
        <p:nvPicPr>
          <p:cNvPr id="3" name="L1" descr="surp rv">    </p:cNvPr>
          <p:cNvPicPr>
            <a:picLocks noChangeAspect="1"/>
          </p:cNvPicPr>
          <p:nvPr/>
        </p:nvPicPr>
        <p:blipFill>
          <a:blip r:embed="rId3"/>
          <a:stretch>
            <a:fillRect/>
          </a:stretch>
        </p:blipFill>
        <p:spPr>
          <a:xfrm>
            <a:off x="761970" y="1841419"/>
            <a:ext cx="3454329" cy="1943009"/>
          </a:xfrm>
          <a:prstGeom prst="rect">
            <a:avLst/>
          </a:prstGeom>
        </p:spPr>
      </p:pic>
      <p:pic>
        <p:nvPicPr>
          <p:cNvPr id="4" name="L2" descr="surp rv">    </p:cNvPr>
          <p:cNvPicPr>
            <a:picLocks noChangeAspect="1"/>
          </p:cNvPicPr>
          <p:nvPr/>
        </p:nvPicPr>
        <p:blipFill>
          <a:blip r:embed="rId4"/>
          <a:stretch>
            <a:fillRect/>
          </a:stretch>
        </p:blipFill>
        <p:spPr>
          <a:xfrm>
            <a:off x="4368729" y="1841419"/>
            <a:ext cx="3454329" cy="1943009"/>
          </a:xfrm>
          <a:prstGeom prst="rect">
            <a:avLst/>
          </a:prstGeom>
        </p:spPr>
      </p:pic>
      <p:pic>
        <p:nvPicPr>
          <p:cNvPr id="5" name="L3" descr="surp rv">    </p:cNvPr>
          <p:cNvPicPr>
            <a:picLocks noChangeAspect="1"/>
          </p:cNvPicPr>
          <p:nvPr/>
        </p:nvPicPr>
        <p:blipFill>
          <a:blip r:embed="rId5"/>
          <a:stretch>
            <a:fillRect/>
          </a:stretch>
        </p:blipFill>
        <p:spPr>
          <a:xfrm>
            <a:off x="7975397" y="1841419"/>
            <a:ext cx="3454329" cy="1943009"/>
          </a:xfrm>
          <a:prstGeom prst="rect">
            <a:avLst/>
          </a:prstGeom>
        </p:spPr>
      </p:pic>
      <p:pic>
        <p:nvPicPr>
          <p:cNvPr id="6" name="L4" descr="surp rv">    </p:cNvPr>
          <p:cNvPicPr>
            <a:picLocks noChangeAspect="1"/>
          </p:cNvPicPr>
          <p:nvPr/>
        </p:nvPicPr>
        <p:blipFill>
          <a:blip r:embed="rId6"/>
          <a:stretch>
            <a:fillRect/>
          </a:stretch>
        </p:blipFill>
        <p:spPr>
          <a:xfrm>
            <a:off x="761970" y="3930548"/>
            <a:ext cx="5257709" cy="1708099"/>
          </a:xfrm>
          <a:prstGeom prst="rect">
            <a:avLst/>
          </a:prstGeom>
        </p:spPr>
      </p:pic>
      <p:pic>
        <p:nvPicPr>
          <p:cNvPr id="7" name="L5" descr="surp rv">    </p:cNvPr>
          <p:cNvPicPr>
            <a:picLocks noChangeAspect="1"/>
          </p:cNvPicPr>
          <p:nvPr/>
        </p:nvPicPr>
        <p:blipFill>
          <a:blip r:embed="rId7"/>
          <a:stretch>
            <a:fillRect/>
          </a:stretch>
        </p:blipFill>
        <p:spPr>
          <a:xfrm>
            <a:off x="6172017" y="3930548"/>
            <a:ext cx="5257709" cy="1708099"/>
          </a:xfrm>
          <a:prstGeom prst="rect">
            <a:avLst/>
          </a:prstGeom>
        </p:spPr>
      </p:pic>
    </p:spTree>
  </p:cSld>
  <p:clrMapOvr>
    <a:masterClrMapping/>
  </p:clrMapOvr>
  <p:transition spd="slow">
    <p:push dir="l"/>
  </p:transition>
  <p:timing>
    <p:tnLst>
      <p:par>
        <p:cTn id="1" dur="indefinite" restart="never" nodeType="tmRoot">
          <p:childTnLst>
            <p:seq concurrent="1" nextAc="seek">
              <p:cTn id="2" dur="indefinite" nodeType="mainSeq">
                <p:childTnLst>
                  <p:par>
                    <p:cTn id="33" fill="hold">
                      <p:stCondLst>
                        <p:cond delay="indefinite"/>
                        <p:cond evt="onBegin" delay="0">
                          <p:tn val="2"/>
                        </p:cond>
                      </p:stCondLst>
                      <p:childTnLst>
                        <p:par>
                          <p:cTn id="34" fill="hold">
                            <p:stCondLst>
                              <p:cond delay="0"/>
                            </p:stCondLst>
                            <p:childTnLst>
                              <p:par>
                                <p:cTn id="7" presetID="42" presetClass="entr" presetSubtype="0" fill="hold" nodeType="afterEffect">
                                  <p:stCondLst>
                                    <p:cond delay="200"/>
                                  </p:stCondLst>
                                  <p:childTnLst>
                                    <p:set>
                                      <p:cBhvr>
                                        <p:cTn id="3" dur="1" fill="hold">
                                          <p:stCondLst>
                                            <p:cond delay="0"/>
                                          </p:stCondLst>
                                        </p:cTn>
                                        <p:tgtEl>
                                          <p:spTgt spid="2"/>
                                        </p:tgtEl>
                                        <p:attrNameLst>
                                          <p:attrName>style.visibility</p:attrName>
                                        </p:attrNameLst>
                                      </p:cBhvr>
                                      <p:to>
                                        <p:strVal val="visible"/>
                                      </p:to>
                                    </p:set>
                                    <p:animEffect transition="in" filter="fade">
                                      <p:cBhvr>
                                        <p:cTn id="4" dur="800"/>
                                        <p:tgtEl>
                                          <p:spTgt spid="2"/>
                                        </p:tgtEl>
                                      </p:cBhvr>
                                    </p:animEffect>
                                    <p:anim calcmode="lin" valueType="num">
                                      <p:cBhvr additive="base">
                                        <p:cTn id="5" dur="800" fill="hold" decel="100000"/>
                                        <p:tgtEl>
                                          <p:spTgt spid="2"/>
                                        </p:tgtEl>
                                        <p:attrNameLst>
                                          <p:attrName>ppt_x</p:attrName>
                                        </p:attrNameLst>
                                      </p:cBhvr>
                                      <p:tavLst>
                                        <p:tav tm="0">
                                          <p:val>
                                            <p:strVal val="#ppt_x"/>
                                          </p:val>
                                        </p:tav>
                                        <p:tav tm="100000">
                                          <p:val>
                                            <p:strVal val="#ppt_x"/>
                                          </p:val>
                                        </p:tav>
                                      </p:tavLst>
                                    </p:anim>
                                    <p:anim calcmode="lin" valueType="num">
                                      <p:cBhvr additive="base">
                                        <p:cTn id="6" dur="800" fill="hold" decel="100000"/>
                                        <p:tgtEl>
                                          <p:spTgt spid="2"/>
                                        </p:tgtEl>
                                        <p:attrNameLst>
                                          <p:attrName>ppt_y</p:attrName>
                                        </p:attrNameLst>
                                      </p:cBhvr>
                                      <p:tavLst>
                                        <p:tav tm="0">
                                          <p:val>
                                            <p:strVal val="#ppt_y+.04"/>
                                          </p:val>
                                        </p:tav>
                                        <p:tav tm="100000">
                                          <p:val>
                                            <p:strVal val="#ppt_y"/>
                                          </p:val>
                                        </p:tav>
                                      </p:tavLst>
                                    </p:anim>
                                  </p:childTnLst>
                                </p:cTn>
                              </p:par>
                              <p:par>
                                <p:cTn id="12" presetID="42" presetClass="entr" presetSubtype="0" fill="hold" nodeType="withEffect">
                                  <p:stCondLst>
                                    <p:cond delay="29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800"/>
                                        <p:tgtEl>
                                          <p:spTgt spid="3"/>
                                        </p:tgtEl>
                                      </p:cBhvr>
                                    </p:animEffect>
                                    <p:anim calcmode="lin" valueType="num">
                                      <p:cBhvr additive="base">
                                        <p:cTn id="10" dur="800" fill="hold" decel="100000"/>
                                        <p:tgtEl>
                                          <p:spTgt spid="3"/>
                                        </p:tgtEl>
                                        <p:attrNameLst>
                                          <p:attrName>ppt_x</p:attrName>
                                        </p:attrNameLst>
                                      </p:cBhvr>
                                      <p:tavLst>
                                        <p:tav tm="0">
                                          <p:val>
                                            <p:strVal val="#ppt_x"/>
                                          </p:val>
                                        </p:tav>
                                        <p:tav tm="100000">
                                          <p:val>
                                            <p:strVal val="#ppt_x"/>
                                          </p:val>
                                        </p:tav>
                                      </p:tavLst>
                                    </p:anim>
                                    <p:anim calcmode="lin" valueType="num">
                                      <p:cBhvr additive="base">
                                        <p:cTn id="11" dur="800" fill="hold" decel="100000"/>
                                        <p:tgtEl>
                                          <p:spTgt spid="3"/>
                                        </p:tgtEl>
                                        <p:attrNameLst>
                                          <p:attrName>ppt_y</p:attrName>
                                        </p:attrNameLst>
                                      </p:cBhvr>
                                      <p:tavLst>
                                        <p:tav tm="0">
                                          <p:val>
                                            <p:strVal val="#ppt_y+.04"/>
                                          </p:val>
                                        </p:tav>
                                        <p:tav tm="100000">
                                          <p:val>
                                            <p:strVal val="#ppt_y"/>
                                          </p:val>
                                        </p:tav>
                                      </p:tavLst>
                                    </p:anim>
                                  </p:childTnLst>
                                </p:cTn>
                              </p:par>
                              <p:par>
                                <p:cTn id="17" presetID="42" presetClass="entr" presetSubtype="0" fill="hold" nodeType="withEffect">
                                  <p:stCondLst>
                                    <p:cond delay="38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800"/>
                                        <p:tgtEl>
                                          <p:spTgt spid="4"/>
                                        </p:tgtEl>
                                      </p:cBhvr>
                                    </p:animEffect>
                                    <p:anim calcmode="lin" valueType="num">
                                      <p:cBhvr additive="base">
                                        <p:cTn id="15" dur="800" fill="hold" decel="100000"/>
                                        <p:tgtEl>
                                          <p:spTgt spid="4"/>
                                        </p:tgtEl>
                                        <p:attrNameLst>
                                          <p:attrName>ppt_x</p:attrName>
                                        </p:attrNameLst>
                                      </p:cBhvr>
                                      <p:tavLst>
                                        <p:tav tm="0">
                                          <p:val>
                                            <p:strVal val="#ppt_x"/>
                                          </p:val>
                                        </p:tav>
                                        <p:tav tm="100000">
                                          <p:val>
                                            <p:strVal val="#ppt_x"/>
                                          </p:val>
                                        </p:tav>
                                      </p:tavLst>
                                    </p:anim>
                                    <p:anim calcmode="lin" valueType="num">
                                      <p:cBhvr additive="base">
                                        <p:cTn id="16" dur="800" fill="hold" decel="100000"/>
                                        <p:tgtEl>
                                          <p:spTgt spid="4"/>
                                        </p:tgtEl>
                                        <p:attrNameLst>
                                          <p:attrName>ppt_y</p:attrName>
                                        </p:attrNameLst>
                                      </p:cBhvr>
                                      <p:tavLst>
                                        <p:tav tm="0">
                                          <p:val>
                                            <p:strVal val="#ppt_y+.04"/>
                                          </p:val>
                                        </p:tav>
                                        <p:tav tm="100000">
                                          <p:val>
                                            <p:strVal val="#ppt_y"/>
                                          </p:val>
                                        </p:tav>
                                      </p:tavLst>
                                    </p:anim>
                                  </p:childTnLst>
                                </p:cTn>
                              </p:par>
                              <p:par>
                                <p:cTn id="22" presetID="42" presetClass="entr" presetSubtype="0" fill="hold" nodeType="withEffect">
                                  <p:stCondLst>
                                    <p:cond delay="47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800"/>
                                        <p:tgtEl>
                                          <p:spTgt spid="5"/>
                                        </p:tgtEl>
                                      </p:cBhvr>
                                    </p:animEffect>
                                    <p:anim calcmode="lin" valueType="num">
                                      <p:cBhvr additive="base">
                                        <p:cTn id="20" dur="800" fill="hold" decel="100000"/>
                                        <p:tgtEl>
                                          <p:spTgt spid="5"/>
                                        </p:tgtEl>
                                        <p:attrNameLst>
                                          <p:attrName>ppt_x</p:attrName>
                                        </p:attrNameLst>
                                      </p:cBhvr>
                                      <p:tavLst>
                                        <p:tav tm="0">
                                          <p:val>
                                            <p:strVal val="#ppt_x"/>
                                          </p:val>
                                        </p:tav>
                                        <p:tav tm="100000">
                                          <p:val>
                                            <p:strVal val="#ppt_x"/>
                                          </p:val>
                                        </p:tav>
                                      </p:tavLst>
                                    </p:anim>
                                    <p:anim calcmode="lin" valueType="num">
                                      <p:cBhvr additive="base">
                                        <p:cTn id="21" dur="800" fill="hold" decel="100000"/>
                                        <p:tgtEl>
                                          <p:spTgt spid="5"/>
                                        </p:tgtEl>
                                        <p:attrNameLst>
                                          <p:attrName>ppt_y</p:attrName>
                                        </p:attrNameLst>
                                      </p:cBhvr>
                                      <p:tavLst>
                                        <p:tav tm="0">
                                          <p:val>
                                            <p:strVal val="#ppt_y+.04"/>
                                          </p:val>
                                        </p:tav>
                                        <p:tav tm="100000">
                                          <p:val>
                                            <p:strVal val="#ppt_y"/>
                                          </p:val>
                                        </p:tav>
                                      </p:tavLst>
                                    </p:anim>
                                  </p:childTnLst>
                                </p:cTn>
                              </p:par>
                              <p:par>
                                <p:cTn id="27" presetID="42" presetClass="entr" presetSubtype="0" fill="hold" nodeType="withEffect">
                                  <p:stCondLst>
                                    <p:cond delay="56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800"/>
                                        <p:tgtEl>
                                          <p:spTgt spid="6"/>
                                        </p:tgtEl>
                                      </p:cBhvr>
                                    </p:animEffect>
                                    <p:anim calcmode="lin" valueType="num">
                                      <p:cBhvr additive="base">
                                        <p:cTn id="25" dur="800" fill="hold" decel="100000"/>
                                        <p:tgtEl>
                                          <p:spTgt spid="6"/>
                                        </p:tgtEl>
                                        <p:attrNameLst>
                                          <p:attrName>ppt_x</p:attrName>
                                        </p:attrNameLst>
                                      </p:cBhvr>
                                      <p:tavLst>
                                        <p:tav tm="0">
                                          <p:val>
                                            <p:strVal val="#ppt_x"/>
                                          </p:val>
                                        </p:tav>
                                        <p:tav tm="100000">
                                          <p:val>
                                            <p:strVal val="#ppt_x"/>
                                          </p:val>
                                        </p:tav>
                                      </p:tavLst>
                                    </p:anim>
                                    <p:anim calcmode="lin" valueType="num">
                                      <p:cBhvr additive="base">
                                        <p:cTn id="26" dur="800" fill="hold" decel="100000"/>
                                        <p:tgtEl>
                                          <p:spTgt spid="6"/>
                                        </p:tgtEl>
                                        <p:attrNameLst>
                                          <p:attrName>ppt_y</p:attrName>
                                        </p:attrNameLst>
                                      </p:cBhvr>
                                      <p:tavLst>
                                        <p:tav tm="0">
                                          <p:val>
                                            <p:strVal val="#ppt_y+.04"/>
                                          </p:val>
                                        </p:tav>
                                        <p:tav tm="100000">
                                          <p:val>
                                            <p:strVal val="#ppt_y"/>
                                          </p:val>
                                        </p:tav>
                                      </p:tavLst>
                                    </p:anim>
                                  </p:childTnLst>
                                </p:cTn>
                              </p:par>
                              <p:par>
                                <p:cTn id="32" presetID="42" presetClass="entr" presetSubtype="0" fill="hold" nodeType="withEffect">
                                  <p:stCondLst>
                                    <p:cond delay="65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800"/>
                                        <p:tgtEl>
                                          <p:spTgt spid="7"/>
                                        </p:tgtEl>
                                      </p:cBhvr>
                                    </p:animEffect>
                                    <p:anim calcmode="lin" valueType="num">
                                      <p:cBhvr additive="base">
                                        <p:cTn id="30" dur="800" fill="hold" decel="100000"/>
                                        <p:tgtEl>
                                          <p:spTgt spid="7"/>
                                        </p:tgtEl>
                                        <p:attrNameLst>
                                          <p:attrName>ppt_x</p:attrName>
                                        </p:attrNameLst>
                                      </p:cBhvr>
                                      <p:tavLst>
                                        <p:tav tm="0">
                                          <p:val>
                                            <p:strVal val="#ppt_x"/>
                                          </p:val>
                                        </p:tav>
                                        <p:tav tm="100000">
                                          <p:val>
                                            <p:strVal val="#ppt_x"/>
                                          </p:val>
                                        </p:tav>
                                      </p:tavLst>
                                    </p:anim>
                                    <p:anim calcmode="lin" valueType="num">
                                      <p:cBhvr additive="base">
                                        <p:cTn id="31" dur="800" fill="hold" decel="100000"/>
                                        <p:tgtEl>
                                          <p:spTgt spid="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0" descr="headline rv">    </p:cNvPr>
          <p:cNvPicPr>
            <a:picLocks noChangeAspect="1"/>
          </p:cNvPicPr>
          <p:nvPr/>
        </p:nvPicPr>
        <p:blipFill>
          <a:blip r:embed="rId2"/>
          <a:stretch>
            <a:fillRect/>
          </a:stretch>
        </p:blipFill>
        <p:spPr>
          <a:xfrm>
            <a:off x="761970" y="952439"/>
            <a:ext cx="10667756" cy="558790"/>
          </a:xfrm>
          <a:prstGeom prst="rect">
            <a:avLst/>
          </a:prstGeom>
        </p:spPr>
      </p:pic>
      <p:pic>
        <p:nvPicPr>
          <p:cNvPr id="3" name="L1" descr="rule rv">    </p:cNvPr>
          <p:cNvPicPr>
            <a:picLocks noChangeAspect="1"/>
          </p:cNvPicPr>
          <p:nvPr/>
        </p:nvPicPr>
        <p:blipFill>
          <a:blip r:embed="rId3"/>
          <a:stretch>
            <a:fillRect/>
          </a:stretch>
        </p:blipFill>
        <p:spPr>
          <a:xfrm>
            <a:off x="761970" y="1803380"/>
            <a:ext cx="3447928" cy="1295339"/>
          </a:xfrm>
          <a:prstGeom prst="rect">
            <a:avLst/>
          </a:prstGeom>
        </p:spPr>
      </p:pic>
      <p:pic>
        <p:nvPicPr>
          <p:cNvPr id="4" name="L2" descr="rule rv">    </p:cNvPr>
          <p:cNvPicPr>
            <a:picLocks noChangeAspect="1"/>
          </p:cNvPicPr>
          <p:nvPr/>
        </p:nvPicPr>
        <p:blipFill>
          <a:blip r:embed="rId4"/>
          <a:stretch>
            <a:fillRect/>
          </a:stretch>
        </p:blipFill>
        <p:spPr>
          <a:xfrm>
            <a:off x="4368729" y="1803380"/>
            <a:ext cx="3454329" cy="1295339"/>
          </a:xfrm>
          <a:prstGeom prst="rect">
            <a:avLst/>
          </a:prstGeom>
        </p:spPr>
      </p:pic>
      <p:pic>
        <p:nvPicPr>
          <p:cNvPr id="5" name="L3" descr="rule rv">    </p:cNvPr>
          <p:cNvPicPr>
            <a:picLocks noChangeAspect="1"/>
          </p:cNvPicPr>
          <p:nvPr/>
        </p:nvPicPr>
        <p:blipFill>
          <a:blip r:embed="rId5"/>
          <a:stretch>
            <a:fillRect/>
          </a:stretch>
        </p:blipFill>
        <p:spPr>
          <a:xfrm>
            <a:off x="7981706" y="1803380"/>
            <a:ext cx="3447928" cy="1295339"/>
          </a:xfrm>
          <a:prstGeom prst="rect">
            <a:avLst/>
          </a:prstGeom>
        </p:spPr>
      </p:pic>
      <p:pic>
        <p:nvPicPr>
          <p:cNvPr id="6" name="L4" descr="rule rv">    </p:cNvPr>
          <p:cNvPicPr>
            <a:picLocks noChangeAspect="1"/>
          </p:cNvPicPr>
          <p:nvPr/>
        </p:nvPicPr>
        <p:blipFill>
          <a:blip r:embed="rId6"/>
          <a:stretch>
            <a:fillRect/>
          </a:stretch>
        </p:blipFill>
        <p:spPr>
          <a:xfrm>
            <a:off x="761970" y="3257459"/>
            <a:ext cx="3447928" cy="1295339"/>
          </a:xfrm>
          <a:prstGeom prst="rect">
            <a:avLst/>
          </a:prstGeom>
        </p:spPr>
      </p:pic>
      <p:pic>
        <p:nvPicPr>
          <p:cNvPr id="7" name="L5" descr="rule rv">    </p:cNvPr>
          <p:cNvPicPr>
            <a:picLocks noChangeAspect="1"/>
          </p:cNvPicPr>
          <p:nvPr/>
        </p:nvPicPr>
        <p:blipFill>
          <a:blip r:embed="rId7"/>
          <a:stretch>
            <a:fillRect/>
          </a:stretch>
        </p:blipFill>
        <p:spPr>
          <a:xfrm>
            <a:off x="4368729" y="3257459"/>
            <a:ext cx="3454329" cy="1295339"/>
          </a:xfrm>
          <a:prstGeom prst="rect">
            <a:avLst/>
          </a:prstGeom>
        </p:spPr>
      </p:pic>
      <p:pic>
        <p:nvPicPr>
          <p:cNvPr id="8" name="L6" descr="rule rv">    </p:cNvPr>
          <p:cNvPicPr>
            <a:picLocks noChangeAspect="1"/>
          </p:cNvPicPr>
          <p:nvPr/>
        </p:nvPicPr>
        <p:blipFill>
          <a:blip r:embed="rId8"/>
          <a:stretch>
            <a:fillRect/>
          </a:stretch>
        </p:blipFill>
        <p:spPr>
          <a:xfrm>
            <a:off x="7981706" y="3257459"/>
            <a:ext cx="3447928" cy="1295339"/>
          </a:xfrm>
          <a:prstGeom prst="rect">
            <a:avLst/>
          </a:prstGeom>
        </p:spPr>
      </p:pic>
      <p:pic>
        <p:nvPicPr>
          <p:cNvPr id="9" name="RIDER0" descr="Cyclist">    </p:cNvPr>
          <p:cNvPicPr>
            <a:picLocks noChangeAspect="1"/>
          </p:cNvPicPr>
          <p:nvPr/>
        </p:nvPicPr>
        <p:blipFill>
          <a:blip r:embed="rId9"/>
          <a:stretch>
            <a:fillRect/>
          </a:stretch>
        </p:blipFill>
        <p:spPr>
          <a:xfrm>
            <a:off x="-1333470" y="5740237"/>
            <a:ext cx="952439" cy="714329"/>
          </a:xfrm>
          <a:prstGeom prst="rect">
            <a:avLst/>
          </a:prstGeom>
        </p:spPr>
      </p:pic>
      <p:pic>
        <p:nvPicPr>
          <p:cNvPr id="10" name="RIDER1" descr="Cyclist">    </p:cNvPr>
          <p:cNvPicPr>
            <a:picLocks noChangeAspect="1"/>
          </p:cNvPicPr>
          <p:nvPr/>
        </p:nvPicPr>
        <p:blipFill>
          <a:blip r:embed="rId10"/>
          <a:stretch>
            <a:fillRect/>
          </a:stretch>
        </p:blipFill>
        <p:spPr>
          <a:xfrm>
            <a:off x="-1333470" y="5803788"/>
            <a:ext cx="825520" cy="619140"/>
          </a:xfrm>
          <a:prstGeom prst="rect">
            <a:avLst/>
          </a:prstGeom>
        </p:spPr>
      </p:pic>
      <p:pic>
        <p:nvPicPr>
          <p:cNvPr id="11" name="RIDER2" descr="Cyclist">    </p:cNvPr>
          <p:cNvPicPr>
            <a:picLocks noChangeAspect="1"/>
          </p:cNvPicPr>
          <p:nvPr/>
        </p:nvPicPr>
        <p:blipFill>
          <a:blip r:embed="rId11"/>
          <a:stretch>
            <a:fillRect/>
          </a:stretch>
        </p:blipFill>
        <p:spPr>
          <a:xfrm>
            <a:off x="-1333470" y="6222858"/>
            <a:ext cx="1015990" cy="761970"/>
          </a:xfrm>
          <a:prstGeom prst="rect">
            <a:avLst/>
          </a:prstGeom>
        </p:spPr>
      </p:pic>
      <p:pic>
        <p:nvPicPr>
          <p:cNvPr id="12" name="RIDER3" descr="Cyclist">    </p:cNvPr>
          <p:cNvPicPr>
            <a:picLocks noChangeAspect="1"/>
          </p:cNvPicPr>
          <p:nvPr/>
        </p:nvPicPr>
        <p:blipFill>
          <a:blip r:embed="rId12"/>
          <a:stretch>
            <a:fillRect/>
          </a:stretch>
        </p:blipFill>
        <p:spPr>
          <a:xfrm>
            <a:off x="-1333470" y="6273607"/>
            <a:ext cx="888980" cy="666689"/>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46" fill="hold">
                      <p:stCondLst>
                        <p:cond delay="indefinite"/>
                        <p:cond evt="onBegin" delay="0">
                          <p:tn val="2"/>
                        </p:cond>
                      </p:stCondLst>
                      <p:childTnLst>
                        <p:par>
                          <p:cTn id="47" fill="hold">
                            <p:stCondLst>
                              <p:cond delay="0"/>
                            </p:stCondLst>
                            <p:childTnLst>
                              <p:par>
                                <p:cTn id="7" presetID="42" presetClass="entr" presetSubtype="0" fill="hold" nodeType="afterEffect">
                                  <p:stCondLst>
                                    <p:cond delay="200"/>
                                  </p:stCondLst>
                                  <p:childTnLst>
                                    <p:set>
                                      <p:cBhvr>
                                        <p:cTn id="3" dur="1" fill="hold">
                                          <p:stCondLst>
                                            <p:cond delay="0"/>
                                          </p:stCondLst>
                                        </p:cTn>
                                        <p:tgtEl>
                                          <p:spTgt spid="2"/>
                                        </p:tgtEl>
                                        <p:attrNameLst>
                                          <p:attrName>style.visibility</p:attrName>
                                        </p:attrNameLst>
                                      </p:cBhvr>
                                      <p:to>
                                        <p:strVal val="visible"/>
                                      </p:to>
                                    </p:set>
                                    <p:animEffect transition="in" filter="fade">
                                      <p:cBhvr>
                                        <p:cTn id="4" dur="800"/>
                                        <p:tgtEl>
                                          <p:spTgt spid="2"/>
                                        </p:tgtEl>
                                      </p:cBhvr>
                                    </p:animEffect>
                                    <p:anim calcmode="lin" valueType="num">
                                      <p:cBhvr additive="base">
                                        <p:cTn id="5" dur="800" fill="hold" decel="100000"/>
                                        <p:tgtEl>
                                          <p:spTgt spid="2"/>
                                        </p:tgtEl>
                                        <p:attrNameLst>
                                          <p:attrName>ppt_x</p:attrName>
                                        </p:attrNameLst>
                                      </p:cBhvr>
                                      <p:tavLst>
                                        <p:tav tm="0">
                                          <p:val>
                                            <p:strVal val="#ppt_x"/>
                                          </p:val>
                                        </p:tav>
                                        <p:tav tm="100000">
                                          <p:val>
                                            <p:strVal val="#ppt_x"/>
                                          </p:val>
                                        </p:tav>
                                      </p:tavLst>
                                    </p:anim>
                                    <p:anim calcmode="lin" valueType="num">
                                      <p:cBhvr additive="base">
                                        <p:cTn id="6" dur="800" fill="hold" decel="100000"/>
                                        <p:tgtEl>
                                          <p:spTgt spid="2"/>
                                        </p:tgtEl>
                                        <p:attrNameLst>
                                          <p:attrName>ppt_y</p:attrName>
                                        </p:attrNameLst>
                                      </p:cBhvr>
                                      <p:tavLst>
                                        <p:tav tm="0">
                                          <p:val>
                                            <p:strVal val="#ppt_y+.04"/>
                                          </p:val>
                                        </p:tav>
                                        <p:tav tm="100000">
                                          <p:val>
                                            <p:strVal val="#ppt_y"/>
                                          </p:val>
                                        </p:tav>
                                      </p:tavLst>
                                    </p:anim>
                                  </p:childTnLst>
                                </p:cTn>
                              </p:par>
                              <p:par>
                                <p:cTn id="12" presetID="42" presetClass="entr" presetSubtype="0" fill="hold" nodeType="withEffect">
                                  <p:stCondLst>
                                    <p:cond delay="29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800"/>
                                        <p:tgtEl>
                                          <p:spTgt spid="3"/>
                                        </p:tgtEl>
                                      </p:cBhvr>
                                    </p:animEffect>
                                    <p:anim calcmode="lin" valueType="num">
                                      <p:cBhvr additive="base">
                                        <p:cTn id="10" dur="800" fill="hold" decel="100000"/>
                                        <p:tgtEl>
                                          <p:spTgt spid="3"/>
                                        </p:tgtEl>
                                        <p:attrNameLst>
                                          <p:attrName>ppt_x</p:attrName>
                                        </p:attrNameLst>
                                      </p:cBhvr>
                                      <p:tavLst>
                                        <p:tav tm="0">
                                          <p:val>
                                            <p:strVal val="#ppt_x"/>
                                          </p:val>
                                        </p:tav>
                                        <p:tav tm="100000">
                                          <p:val>
                                            <p:strVal val="#ppt_x"/>
                                          </p:val>
                                        </p:tav>
                                      </p:tavLst>
                                    </p:anim>
                                    <p:anim calcmode="lin" valueType="num">
                                      <p:cBhvr additive="base">
                                        <p:cTn id="11" dur="800" fill="hold" decel="100000"/>
                                        <p:tgtEl>
                                          <p:spTgt spid="3"/>
                                        </p:tgtEl>
                                        <p:attrNameLst>
                                          <p:attrName>ppt_y</p:attrName>
                                        </p:attrNameLst>
                                      </p:cBhvr>
                                      <p:tavLst>
                                        <p:tav tm="0">
                                          <p:val>
                                            <p:strVal val="#ppt_y+.04"/>
                                          </p:val>
                                        </p:tav>
                                        <p:tav tm="100000">
                                          <p:val>
                                            <p:strVal val="#ppt_y"/>
                                          </p:val>
                                        </p:tav>
                                      </p:tavLst>
                                    </p:anim>
                                  </p:childTnLst>
                                </p:cTn>
                              </p:par>
                              <p:par>
                                <p:cTn id="17" presetID="42" presetClass="entr" presetSubtype="0" fill="hold" nodeType="withEffect">
                                  <p:stCondLst>
                                    <p:cond delay="38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800"/>
                                        <p:tgtEl>
                                          <p:spTgt spid="4"/>
                                        </p:tgtEl>
                                      </p:cBhvr>
                                    </p:animEffect>
                                    <p:anim calcmode="lin" valueType="num">
                                      <p:cBhvr additive="base">
                                        <p:cTn id="15" dur="800" fill="hold" decel="100000"/>
                                        <p:tgtEl>
                                          <p:spTgt spid="4"/>
                                        </p:tgtEl>
                                        <p:attrNameLst>
                                          <p:attrName>ppt_x</p:attrName>
                                        </p:attrNameLst>
                                      </p:cBhvr>
                                      <p:tavLst>
                                        <p:tav tm="0">
                                          <p:val>
                                            <p:strVal val="#ppt_x"/>
                                          </p:val>
                                        </p:tav>
                                        <p:tav tm="100000">
                                          <p:val>
                                            <p:strVal val="#ppt_x"/>
                                          </p:val>
                                        </p:tav>
                                      </p:tavLst>
                                    </p:anim>
                                    <p:anim calcmode="lin" valueType="num">
                                      <p:cBhvr additive="base">
                                        <p:cTn id="16" dur="800" fill="hold" decel="100000"/>
                                        <p:tgtEl>
                                          <p:spTgt spid="4"/>
                                        </p:tgtEl>
                                        <p:attrNameLst>
                                          <p:attrName>ppt_y</p:attrName>
                                        </p:attrNameLst>
                                      </p:cBhvr>
                                      <p:tavLst>
                                        <p:tav tm="0">
                                          <p:val>
                                            <p:strVal val="#ppt_y+.04"/>
                                          </p:val>
                                        </p:tav>
                                        <p:tav tm="100000">
                                          <p:val>
                                            <p:strVal val="#ppt_y"/>
                                          </p:val>
                                        </p:tav>
                                      </p:tavLst>
                                    </p:anim>
                                  </p:childTnLst>
                                </p:cTn>
                              </p:par>
                              <p:par>
                                <p:cTn id="22" presetID="42" presetClass="entr" presetSubtype="0" fill="hold" nodeType="withEffect">
                                  <p:stCondLst>
                                    <p:cond delay="47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800"/>
                                        <p:tgtEl>
                                          <p:spTgt spid="5"/>
                                        </p:tgtEl>
                                      </p:cBhvr>
                                    </p:animEffect>
                                    <p:anim calcmode="lin" valueType="num">
                                      <p:cBhvr additive="base">
                                        <p:cTn id="20" dur="800" fill="hold" decel="100000"/>
                                        <p:tgtEl>
                                          <p:spTgt spid="5"/>
                                        </p:tgtEl>
                                        <p:attrNameLst>
                                          <p:attrName>ppt_x</p:attrName>
                                        </p:attrNameLst>
                                      </p:cBhvr>
                                      <p:tavLst>
                                        <p:tav tm="0">
                                          <p:val>
                                            <p:strVal val="#ppt_x"/>
                                          </p:val>
                                        </p:tav>
                                        <p:tav tm="100000">
                                          <p:val>
                                            <p:strVal val="#ppt_x"/>
                                          </p:val>
                                        </p:tav>
                                      </p:tavLst>
                                    </p:anim>
                                    <p:anim calcmode="lin" valueType="num">
                                      <p:cBhvr additive="base">
                                        <p:cTn id="21" dur="800" fill="hold" decel="100000"/>
                                        <p:tgtEl>
                                          <p:spTgt spid="5"/>
                                        </p:tgtEl>
                                        <p:attrNameLst>
                                          <p:attrName>ppt_y</p:attrName>
                                        </p:attrNameLst>
                                      </p:cBhvr>
                                      <p:tavLst>
                                        <p:tav tm="0">
                                          <p:val>
                                            <p:strVal val="#ppt_y+.04"/>
                                          </p:val>
                                        </p:tav>
                                        <p:tav tm="100000">
                                          <p:val>
                                            <p:strVal val="#ppt_y"/>
                                          </p:val>
                                        </p:tav>
                                      </p:tavLst>
                                    </p:anim>
                                  </p:childTnLst>
                                </p:cTn>
                              </p:par>
                              <p:par>
                                <p:cTn id="27" presetID="42" presetClass="entr" presetSubtype="0" fill="hold" nodeType="withEffect">
                                  <p:stCondLst>
                                    <p:cond delay="56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800"/>
                                        <p:tgtEl>
                                          <p:spTgt spid="6"/>
                                        </p:tgtEl>
                                      </p:cBhvr>
                                    </p:animEffect>
                                    <p:anim calcmode="lin" valueType="num">
                                      <p:cBhvr additive="base">
                                        <p:cTn id="25" dur="800" fill="hold" decel="100000"/>
                                        <p:tgtEl>
                                          <p:spTgt spid="6"/>
                                        </p:tgtEl>
                                        <p:attrNameLst>
                                          <p:attrName>ppt_x</p:attrName>
                                        </p:attrNameLst>
                                      </p:cBhvr>
                                      <p:tavLst>
                                        <p:tav tm="0">
                                          <p:val>
                                            <p:strVal val="#ppt_x"/>
                                          </p:val>
                                        </p:tav>
                                        <p:tav tm="100000">
                                          <p:val>
                                            <p:strVal val="#ppt_x"/>
                                          </p:val>
                                        </p:tav>
                                      </p:tavLst>
                                    </p:anim>
                                    <p:anim calcmode="lin" valueType="num">
                                      <p:cBhvr additive="base">
                                        <p:cTn id="26" dur="800" fill="hold" decel="100000"/>
                                        <p:tgtEl>
                                          <p:spTgt spid="6"/>
                                        </p:tgtEl>
                                        <p:attrNameLst>
                                          <p:attrName>ppt_y</p:attrName>
                                        </p:attrNameLst>
                                      </p:cBhvr>
                                      <p:tavLst>
                                        <p:tav tm="0">
                                          <p:val>
                                            <p:strVal val="#ppt_y+.04"/>
                                          </p:val>
                                        </p:tav>
                                        <p:tav tm="100000">
                                          <p:val>
                                            <p:strVal val="#ppt_y"/>
                                          </p:val>
                                        </p:tav>
                                      </p:tavLst>
                                    </p:anim>
                                  </p:childTnLst>
                                </p:cTn>
                              </p:par>
                              <p:par>
                                <p:cTn id="32" presetID="42" presetClass="entr" presetSubtype="0" fill="hold" nodeType="withEffect">
                                  <p:stCondLst>
                                    <p:cond delay="65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800"/>
                                        <p:tgtEl>
                                          <p:spTgt spid="7"/>
                                        </p:tgtEl>
                                      </p:cBhvr>
                                    </p:animEffect>
                                    <p:anim calcmode="lin" valueType="num">
                                      <p:cBhvr additive="base">
                                        <p:cTn id="30" dur="800" fill="hold" decel="100000"/>
                                        <p:tgtEl>
                                          <p:spTgt spid="7"/>
                                        </p:tgtEl>
                                        <p:attrNameLst>
                                          <p:attrName>ppt_x</p:attrName>
                                        </p:attrNameLst>
                                      </p:cBhvr>
                                      <p:tavLst>
                                        <p:tav tm="0">
                                          <p:val>
                                            <p:strVal val="#ppt_x"/>
                                          </p:val>
                                        </p:tav>
                                        <p:tav tm="100000">
                                          <p:val>
                                            <p:strVal val="#ppt_x"/>
                                          </p:val>
                                        </p:tav>
                                      </p:tavLst>
                                    </p:anim>
                                    <p:anim calcmode="lin" valueType="num">
                                      <p:cBhvr additive="base">
                                        <p:cTn id="31" dur="800" fill="hold" decel="100000"/>
                                        <p:tgtEl>
                                          <p:spTgt spid="7"/>
                                        </p:tgtEl>
                                        <p:attrNameLst>
                                          <p:attrName>ppt_y</p:attrName>
                                        </p:attrNameLst>
                                      </p:cBhvr>
                                      <p:tavLst>
                                        <p:tav tm="0">
                                          <p:val>
                                            <p:strVal val="#ppt_y+.04"/>
                                          </p:val>
                                        </p:tav>
                                        <p:tav tm="100000">
                                          <p:val>
                                            <p:strVal val="#ppt_y"/>
                                          </p:val>
                                        </p:tav>
                                      </p:tavLst>
                                    </p:anim>
                                  </p:childTnLst>
                                </p:cTn>
                              </p:par>
                              <p:par>
                                <p:cTn id="37" presetID="42" presetClass="entr" presetSubtype="0" fill="hold" nodeType="withEffect">
                                  <p:stCondLst>
                                    <p:cond delay="74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800"/>
                                        <p:tgtEl>
                                          <p:spTgt spid="8"/>
                                        </p:tgtEl>
                                      </p:cBhvr>
                                    </p:animEffect>
                                    <p:anim calcmode="lin" valueType="num">
                                      <p:cBhvr additive="base">
                                        <p:cTn id="35" dur="800" fill="hold" decel="100000"/>
                                        <p:tgtEl>
                                          <p:spTgt spid="8"/>
                                        </p:tgtEl>
                                        <p:attrNameLst>
                                          <p:attrName>ppt_x</p:attrName>
                                        </p:attrNameLst>
                                      </p:cBhvr>
                                      <p:tavLst>
                                        <p:tav tm="0">
                                          <p:val>
                                            <p:strVal val="#ppt_x"/>
                                          </p:val>
                                        </p:tav>
                                        <p:tav tm="100000">
                                          <p:val>
                                            <p:strVal val="#ppt_x"/>
                                          </p:val>
                                        </p:tav>
                                      </p:tavLst>
                                    </p:anim>
                                    <p:anim calcmode="lin" valueType="num">
                                      <p:cBhvr additive="base">
                                        <p:cTn id="36" dur="800" fill="hold" decel="100000"/>
                                        <p:tgtEl>
                                          <p:spTgt spid="8"/>
                                        </p:tgtEl>
                                        <p:attrNameLst>
                                          <p:attrName>ppt_y</p:attrName>
                                        </p:attrNameLst>
                                      </p:cBhvr>
                                      <p:tavLst>
                                        <p:tav tm="0">
                                          <p:val>
                                            <p:strVal val="#ppt_y+.04"/>
                                          </p:val>
                                        </p:tav>
                                        <p:tav tm="100000">
                                          <p:val>
                                            <p:strVal val="#ppt_y"/>
                                          </p:val>
                                        </p:tav>
                                      </p:tavLst>
                                    </p:anim>
                                  </p:childTnLst>
                                </p:cTn>
                              </p:par>
                              <p:par>
                                <p:cTn id="39" presetID="0" presetClass="path" presetSubtype="0" fill="hold" repeatCount="indefinite" nodeType="withEffect">
                                  <p:stCondLst>
                                    <p:cond delay="0"/>
                                  </p:stCondLst>
                                  <p:childTnLst>
                                    <p:animMotion origin="layout" path="M 0 0 L 1.1979 0 E" pathEditMode="relative" ptsTypes="">
                                      <p:cBhvr>
                                        <p:cTn id="38" dur="9000" fill="hold"/>
                                        <p:tgtEl>
                                          <p:spTgt spid="9"/>
                                        </p:tgtEl>
                                        <p:attrNameLst>
                                          <p:attrName>ppt_x</p:attrName>
                                          <p:attrName>ppt_y</p:attrName>
                                        </p:attrNameLst>
                                      </p:cBhvr>
                                    </p:animMotion>
                                  </p:childTnLst>
                                </p:cTn>
                              </p:par>
                              <p:par>
                                <p:cTn id="41" presetID="0" presetClass="path" presetSubtype="0" fill="hold" repeatCount="indefinite" nodeType="withEffect">
                                  <p:stCondLst>
                                    <p:cond delay="2500"/>
                                  </p:stCondLst>
                                  <p:childTnLst>
                                    <p:animMotion origin="layout" path="M 0 0 L 1.1979 0 E" pathEditMode="relative" ptsTypes="">
                                      <p:cBhvr>
                                        <p:cTn id="40" dur="12000" fill="hold"/>
                                        <p:tgtEl>
                                          <p:spTgt spid="10"/>
                                        </p:tgtEl>
                                        <p:attrNameLst>
                                          <p:attrName>ppt_x</p:attrName>
                                          <p:attrName>ppt_y</p:attrName>
                                        </p:attrNameLst>
                                      </p:cBhvr>
                                    </p:animMotion>
                                  </p:childTnLst>
                                </p:cTn>
                              </p:par>
                              <p:par>
                                <p:cTn id="43" presetID="0" presetClass="path" presetSubtype="0" fill="hold" repeatCount="indefinite" nodeType="withEffect">
                                  <p:stCondLst>
                                    <p:cond delay="1200"/>
                                  </p:stCondLst>
                                  <p:childTnLst>
                                    <p:animMotion origin="layout" path="M 0 0 L 1.1979 0 E" pathEditMode="relative" ptsTypes="">
                                      <p:cBhvr>
                                        <p:cTn id="42" dur="7500" fill="hold"/>
                                        <p:tgtEl>
                                          <p:spTgt spid="11"/>
                                        </p:tgtEl>
                                        <p:attrNameLst>
                                          <p:attrName>ppt_x</p:attrName>
                                          <p:attrName>ppt_y</p:attrName>
                                        </p:attrNameLst>
                                      </p:cBhvr>
                                    </p:animMotion>
                                  </p:childTnLst>
                                </p:cTn>
                              </p:par>
                              <p:par>
                                <p:cTn id="45" presetID="0" presetClass="path" presetSubtype="0" fill="hold" repeatCount="indefinite" nodeType="withEffect">
                                  <p:stCondLst>
                                    <p:cond delay="4200"/>
                                  </p:stCondLst>
                                  <p:childTnLst>
                                    <p:animMotion origin="layout" path="M 0 0 L 1.1979 0 E" pathEditMode="relative" ptsTypes="">
                                      <p:cBhvr>
                                        <p:cTn id="44" dur="10500" fill="hold"/>
                                        <p:tgtEl>
                                          <p:spTgt spid="1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0" descr="headline rv">    </p:cNvPr>
          <p:cNvPicPr>
            <a:picLocks noChangeAspect="1"/>
          </p:cNvPicPr>
          <p:nvPr/>
        </p:nvPicPr>
        <p:blipFill>
          <a:blip r:embed="rId2"/>
          <a:stretch>
            <a:fillRect/>
          </a:stretch>
        </p:blipFill>
        <p:spPr>
          <a:xfrm>
            <a:off x="761970" y="952439"/>
            <a:ext cx="5587898" cy="558790"/>
          </a:xfrm>
          <a:prstGeom prst="rect">
            <a:avLst/>
          </a:prstGeom>
        </p:spPr>
      </p:pic>
      <p:pic>
        <p:nvPicPr>
          <p:cNvPr id="3" name="L1" descr="rv">    </p:cNvPr>
          <p:cNvPicPr>
            <a:picLocks noChangeAspect="1"/>
          </p:cNvPicPr>
          <p:nvPr/>
        </p:nvPicPr>
        <p:blipFill>
          <a:blip r:embed="rId3"/>
          <a:stretch>
            <a:fillRect/>
          </a:stretch>
        </p:blipFill>
        <p:spPr>
          <a:xfrm>
            <a:off x="761970" y="1803380"/>
            <a:ext cx="5587898" cy="482620"/>
          </a:xfrm>
          <a:prstGeom prst="rect">
            <a:avLst/>
          </a:prstGeom>
        </p:spPr>
      </p:pic>
      <p:pic>
        <p:nvPicPr>
          <p:cNvPr id="4" name="L2" descr="rv">    </p:cNvPr>
          <p:cNvPicPr>
            <a:picLocks noChangeAspect="1"/>
          </p:cNvPicPr>
          <p:nvPr/>
        </p:nvPicPr>
        <p:blipFill>
          <a:blip r:embed="rId4"/>
          <a:stretch>
            <a:fillRect/>
          </a:stretch>
        </p:blipFill>
        <p:spPr>
          <a:xfrm>
            <a:off x="761970" y="2444648"/>
            <a:ext cx="5587898" cy="336499"/>
          </a:xfrm>
          <a:prstGeom prst="rect">
            <a:avLst/>
          </a:prstGeom>
        </p:spPr>
      </p:pic>
      <p:pic>
        <p:nvPicPr>
          <p:cNvPr id="5" name="L3" descr="rv">    </p:cNvPr>
          <p:cNvPicPr>
            <a:picLocks noChangeAspect="1"/>
          </p:cNvPicPr>
          <p:nvPr/>
        </p:nvPicPr>
        <p:blipFill>
          <a:blip r:embed="rId5"/>
          <a:stretch>
            <a:fillRect/>
          </a:stretch>
        </p:blipFill>
        <p:spPr>
          <a:xfrm>
            <a:off x="761970" y="2939979"/>
            <a:ext cx="5587898" cy="336499"/>
          </a:xfrm>
          <a:prstGeom prst="rect">
            <a:avLst/>
          </a:prstGeom>
        </p:spPr>
      </p:pic>
      <p:pic>
        <p:nvPicPr>
          <p:cNvPr id="6" name="L4" descr="q-card rv">    </p:cNvPr>
          <p:cNvPicPr>
            <a:picLocks noChangeAspect="1"/>
          </p:cNvPicPr>
          <p:nvPr/>
        </p:nvPicPr>
        <p:blipFill>
          <a:blip r:embed="rId6"/>
          <a:stretch>
            <a:fillRect/>
          </a:stretch>
        </p:blipFill>
        <p:spPr>
          <a:xfrm>
            <a:off x="6857817" y="2597079"/>
            <a:ext cx="4571909" cy="1854129"/>
          </a:xfrm>
          <a:prstGeom prst="rect">
            <a:avLst/>
          </a:prstGeom>
        </p:spPr>
      </p:pic>
      <p:pic>
        <p:nvPicPr>
          <p:cNvPr id="7" name="L5" descr="rv">    </p:cNvPr>
          <p:cNvPicPr>
            <a:picLocks noChangeAspect="1"/>
          </p:cNvPicPr>
          <p:nvPr/>
        </p:nvPicPr>
        <p:blipFill>
          <a:blip r:embed="rId7"/>
          <a:stretch>
            <a:fillRect/>
          </a:stretch>
        </p:blipFill>
        <p:spPr>
          <a:xfrm>
            <a:off x="761970" y="3435309"/>
            <a:ext cx="5587898" cy="336499"/>
          </a:xfrm>
          <a:prstGeom prst="rect">
            <a:avLst/>
          </a:prstGeom>
        </p:spPr>
      </p:pic>
      <p:pic>
        <p:nvPicPr>
          <p:cNvPr id="8" name="L6" descr="rv">    </p:cNvPr>
          <p:cNvPicPr>
            <a:picLocks noChangeAspect="1"/>
          </p:cNvPicPr>
          <p:nvPr/>
        </p:nvPicPr>
        <p:blipFill>
          <a:blip r:embed="rId8"/>
          <a:stretch>
            <a:fillRect/>
          </a:stretch>
        </p:blipFill>
        <p:spPr>
          <a:xfrm>
            <a:off x="761970" y="3930548"/>
            <a:ext cx="5587898" cy="336499"/>
          </a:xfrm>
          <a:prstGeom prst="rect">
            <a:avLst/>
          </a:prstGeom>
        </p:spPr>
      </p:pic>
    </p:spTree>
  </p:cSld>
  <p:clrMapOvr>
    <a:masterClrMapping/>
  </p:clrMapOvr>
  <p:transition spd="slow">
    <p:push dir="l"/>
  </p:transition>
  <p:timing>
    <p:tnLst>
      <p:par>
        <p:cTn id="1" dur="indefinite" restart="never" nodeType="tmRoot">
          <p:childTnLst>
            <p:seq concurrent="1" nextAc="seek">
              <p:cTn id="2" dur="indefinite" nodeType="mainSeq">
                <p:childTnLst>
                  <p:par>
                    <p:cTn id="38" fill="hold">
                      <p:stCondLst>
                        <p:cond delay="indefinite"/>
                        <p:cond evt="onBegin" delay="0">
                          <p:tn val="2"/>
                        </p:cond>
                      </p:stCondLst>
                      <p:childTnLst>
                        <p:par>
                          <p:cTn id="39" fill="hold">
                            <p:stCondLst>
                              <p:cond delay="0"/>
                            </p:stCondLst>
                            <p:childTnLst>
                              <p:par>
                                <p:cTn id="7" presetID="42" presetClass="entr" presetSubtype="0" fill="hold" nodeType="afterEffect">
                                  <p:stCondLst>
                                    <p:cond delay="200"/>
                                  </p:stCondLst>
                                  <p:childTnLst>
                                    <p:set>
                                      <p:cBhvr>
                                        <p:cTn id="3" dur="1" fill="hold">
                                          <p:stCondLst>
                                            <p:cond delay="0"/>
                                          </p:stCondLst>
                                        </p:cTn>
                                        <p:tgtEl>
                                          <p:spTgt spid="2"/>
                                        </p:tgtEl>
                                        <p:attrNameLst>
                                          <p:attrName>style.visibility</p:attrName>
                                        </p:attrNameLst>
                                      </p:cBhvr>
                                      <p:to>
                                        <p:strVal val="visible"/>
                                      </p:to>
                                    </p:set>
                                    <p:animEffect transition="in" filter="fade">
                                      <p:cBhvr>
                                        <p:cTn id="4" dur="800"/>
                                        <p:tgtEl>
                                          <p:spTgt spid="2"/>
                                        </p:tgtEl>
                                      </p:cBhvr>
                                    </p:animEffect>
                                    <p:anim calcmode="lin" valueType="num">
                                      <p:cBhvr additive="base">
                                        <p:cTn id="5" dur="800" fill="hold" decel="100000"/>
                                        <p:tgtEl>
                                          <p:spTgt spid="2"/>
                                        </p:tgtEl>
                                        <p:attrNameLst>
                                          <p:attrName>ppt_x</p:attrName>
                                        </p:attrNameLst>
                                      </p:cBhvr>
                                      <p:tavLst>
                                        <p:tav tm="0">
                                          <p:val>
                                            <p:strVal val="#ppt_x"/>
                                          </p:val>
                                        </p:tav>
                                        <p:tav tm="100000">
                                          <p:val>
                                            <p:strVal val="#ppt_x"/>
                                          </p:val>
                                        </p:tav>
                                      </p:tavLst>
                                    </p:anim>
                                    <p:anim calcmode="lin" valueType="num">
                                      <p:cBhvr additive="base">
                                        <p:cTn id="6" dur="800" fill="hold" decel="100000"/>
                                        <p:tgtEl>
                                          <p:spTgt spid="2"/>
                                        </p:tgtEl>
                                        <p:attrNameLst>
                                          <p:attrName>ppt_y</p:attrName>
                                        </p:attrNameLst>
                                      </p:cBhvr>
                                      <p:tavLst>
                                        <p:tav tm="0">
                                          <p:val>
                                            <p:strVal val="#ppt_y+.04"/>
                                          </p:val>
                                        </p:tav>
                                        <p:tav tm="100000">
                                          <p:val>
                                            <p:strVal val="#ppt_y"/>
                                          </p:val>
                                        </p:tav>
                                      </p:tavLst>
                                    </p:anim>
                                  </p:childTnLst>
                                </p:cTn>
                              </p:par>
                              <p:par>
                                <p:cTn id="12" presetID="42" presetClass="entr" presetSubtype="0" fill="hold" nodeType="withEffect">
                                  <p:stCondLst>
                                    <p:cond delay="29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800"/>
                                        <p:tgtEl>
                                          <p:spTgt spid="3"/>
                                        </p:tgtEl>
                                      </p:cBhvr>
                                    </p:animEffect>
                                    <p:anim calcmode="lin" valueType="num">
                                      <p:cBhvr additive="base">
                                        <p:cTn id="10" dur="800" fill="hold" decel="100000"/>
                                        <p:tgtEl>
                                          <p:spTgt spid="3"/>
                                        </p:tgtEl>
                                        <p:attrNameLst>
                                          <p:attrName>ppt_x</p:attrName>
                                        </p:attrNameLst>
                                      </p:cBhvr>
                                      <p:tavLst>
                                        <p:tav tm="0">
                                          <p:val>
                                            <p:strVal val="#ppt_x"/>
                                          </p:val>
                                        </p:tav>
                                        <p:tav tm="100000">
                                          <p:val>
                                            <p:strVal val="#ppt_x"/>
                                          </p:val>
                                        </p:tav>
                                      </p:tavLst>
                                    </p:anim>
                                    <p:anim calcmode="lin" valueType="num">
                                      <p:cBhvr additive="base">
                                        <p:cTn id="11" dur="800" fill="hold" decel="100000"/>
                                        <p:tgtEl>
                                          <p:spTgt spid="3"/>
                                        </p:tgtEl>
                                        <p:attrNameLst>
                                          <p:attrName>ppt_y</p:attrName>
                                        </p:attrNameLst>
                                      </p:cBhvr>
                                      <p:tavLst>
                                        <p:tav tm="0">
                                          <p:val>
                                            <p:strVal val="#ppt_y+.04"/>
                                          </p:val>
                                        </p:tav>
                                        <p:tav tm="100000">
                                          <p:val>
                                            <p:strVal val="#ppt_y"/>
                                          </p:val>
                                        </p:tav>
                                      </p:tavLst>
                                    </p:anim>
                                  </p:childTnLst>
                                </p:cTn>
                              </p:par>
                              <p:par>
                                <p:cTn id="17" presetID="42" presetClass="entr" presetSubtype="0" fill="hold" nodeType="withEffect">
                                  <p:stCondLst>
                                    <p:cond delay="38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800"/>
                                        <p:tgtEl>
                                          <p:spTgt spid="4"/>
                                        </p:tgtEl>
                                      </p:cBhvr>
                                    </p:animEffect>
                                    <p:anim calcmode="lin" valueType="num">
                                      <p:cBhvr additive="base">
                                        <p:cTn id="15" dur="800" fill="hold" decel="100000"/>
                                        <p:tgtEl>
                                          <p:spTgt spid="4"/>
                                        </p:tgtEl>
                                        <p:attrNameLst>
                                          <p:attrName>ppt_x</p:attrName>
                                        </p:attrNameLst>
                                      </p:cBhvr>
                                      <p:tavLst>
                                        <p:tav tm="0">
                                          <p:val>
                                            <p:strVal val="#ppt_x"/>
                                          </p:val>
                                        </p:tav>
                                        <p:tav tm="100000">
                                          <p:val>
                                            <p:strVal val="#ppt_x"/>
                                          </p:val>
                                        </p:tav>
                                      </p:tavLst>
                                    </p:anim>
                                    <p:anim calcmode="lin" valueType="num">
                                      <p:cBhvr additive="base">
                                        <p:cTn id="16" dur="800" fill="hold" decel="100000"/>
                                        <p:tgtEl>
                                          <p:spTgt spid="4"/>
                                        </p:tgtEl>
                                        <p:attrNameLst>
                                          <p:attrName>ppt_y</p:attrName>
                                        </p:attrNameLst>
                                      </p:cBhvr>
                                      <p:tavLst>
                                        <p:tav tm="0">
                                          <p:val>
                                            <p:strVal val="#ppt_y+.04"/>
                                          </p:val>
                                        </p:tav>
                                        <p:tav tm="100000">
                                          <p:val>
                                            <p:strVal val="#ppt_y"/>
                                          </p:val>
                                        </p:tav>
                                      </p:tavLst>
                                    </p:anim>
                                  </p:childTnLst>
                                </p:cTn>
                              </p:par>
                              <p:par>
                                <p:cTn id="22" presetID="42" presetClass="entr" presetSubtype="0" fill="hold" nodeType="withEffect">
                                  <p:stCondLst>
                                    <p:cond delay="47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800"/>
                                        <p:tgtEl>
                                          <p:spTgt spid="5"/>
                                        </p:tgtEl>
                                      </p:cBhvr>
                                    </p:animEffect>
                                    <p:anim calcmode="lin" valueType="num">
                                      <p:cBhvr additive="base">
                                        <p:cTn id="20" dur="800" fill="hold" decel="100000"/>
                                        <p:tgtEl>
                                          <p:spTgt spid="5"/>
                                        </p:tgtEl>
                                        <p:attrNameLst>
                                          <p:attrName>ppt_x</p:attrName>
                                        </p:attrNameLst>
                                      </p:cBhvr>
                                      <p:tavLst>
                                        <p:tav tm="0">
                                          <p:val>
                                            <p:strVal val="#ppt_x"/>
                                          </p:val>
                                        </p:tav>
                                        <p:tav tm="100000">
                                          <p:val>
                                            <p:strVal val="#ppt_x"/>
                                          </p:val>
                                        </p:tav>
                                      </p:tavLst>
                                    </p:anim>
                                    <p:anim calcmode="lin" valueType="num">
                                      <p:cBhvr additive="base">
                                        <p:cTn id="21" dur="800" fill="hold" decel="100000"/>
                                        <p:tgtEl>
                                          <p:spTgt spid="5"/>
                                        </p:tgtEl>
                                        <p:attrNameLst>
                                          <p:attrName>ppt_y</p:attrName>
                                        </p:attrNameLst>
                                      </p:cBhvr>
                                      <p:tavLst>
                                        <p:tav tm="0">
                                          <p:val>
                                            <p:strVal val="#ppt_y+.04"/>
                                          </p:val>
                                        </p:tav>
                                        <p:tav tm="100000">
                                          <p:val>
                                            <p:strVal val="#ppt_y"/>
                                          </p:val>
                                        </p:tav>
                                      </p:tavLst>
                                    </p:anim>
                                  </p:childTnLst>
                                </p:cTn>
                              </p:par>
                              <p:par>
                                <p:cTn id="27" presetID="42" presetClass="entr" presetSubtype="0" fill="hold" nodeType="withEffect">
                                  <p:stCondLst>
                                    <p:cond delay="47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800"/>
                                        <p:tgtEl>
                                          <p:spTgt spid="6"/>
                                        </p:tgtEl>
                                      </p:cBhvr>
                                    </p:animEffect>
                                    <p:anim calcmode="lin" valueType="num">
                                      <p:cBhvr additive="base">
                                        <p:cTn id="25" dur="800" fill="hold" decel="100000"/>
                                        <p:tgtEl>
                                          <p:spTgt spid="6"/>
                                        </p:tgtEl>
                                        <p:attrNameLst>
                                          <p:attrName>ppt_x</p:attrName>
                                        </p:attrNameLst>
                                      </p:cBhvr>
                                      <p:tavLst>
                                        <p:tav tm="0">
                                          <p:val>
                                            <p:strVal val="#ppt_x"/>
                                          </p:val>
                                        </p:tav>
                                        <p:tav tm="100000">
                                          <p:val>
                                            <p:strVal val="#ppt_x"/>
                                          </p:val>
                                        </p:tav>
                                      </p:tavLst>
                                    </p:anim>
                                    <p:anim calcmode="lin" valueType="num">
                                      <p:cBhvr additive="base">
                                        <p:cTn id="26" dur="800" fill="hold" decel="100000"/>
                                        <p:tgtEl>
                                          <p:spTgt spid="6"/>
                                        </p:tgtEl>
                                        <p:attrNameLst>
                                          <p:attrName>ppt_y</p:attrName>
                                        </p:attrNameLst>
                                      </p:cBhvr>
                                      <p:tavLst>
                                        <p:tav tm="0">
                                          <p:val>
                                            <p:strVal val="#ppt_y+.04"/>
                                          </p:val>
                                        </p:tav>
                                        <p:tav tm="100000">
                                          <p:val>
                                            <p:strVal val="#ppt_y"/>
                                          </p:val>
                                        </p:tav>
                                      </p:tavLst>
                                    </p:anim>
                                  </p:childTnLst>
                                </p:cTn>
                              </p:par>
                              <p:par>
                                <p:cTn id="32" presetID="42" presetClass="entr" presetSubtype="0" fill="hold" nodeType="withEffect">
                                  <p:stCondLst>
                                    <p:cond delay="56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800"/>
                                        <p:tgtEl>
                                          <p:spTgt spid="7"/>
                                        </p:tgtEl>
                                      </p:cBhvr>
                                    </p:animEffect>
                                    <p:anim calcmode="lin" valueType="num">
                                      <p:cBhvr additive="base">
                                        <p:cTn id="30" dur="800" fill="hold" decel="100000"/>
                                        <p:tgtEl>
                                          <p:spTgt spid="7"/>
                                        </p:tgtEl>
                                        <p:attrNameLst>
                                          <p:attrName>ppt_x</p:attrName>
                                        </p:attrNameLst>
                                      </p:cBhvr>
                                      <p:tavLst>
                                        <p:tav tm="0">
                                          <p:val>
                                            <p:strVal val="#ppt_x"/>
                                          </p:val>
                                        </p:tav>
                                        <p:tav tm="100000">
                                          <p:val>
                                            <p:strVal val="#ppt_x"/>
                                          </p:val>
                                        </p:tav>
                                      </p:tavLst>
                                    </p:anim>
                                    <p:anim calcmode="lin" valueType="num">
                                      <p:cBhvr additive="base">
                                        <p:cTn id="31" dur="800" fill="hold" decel="100000"/>
                                        <p:tgtEl>
                                          <p:spTgt spid="7"/>
                                        </p:tgtEl>
                                        <p:attrNameLst>
                                          <p:attrName>ppt_y</p:attrName>
                                        </p:attrNameLst>
                                      </p:cBhvr>
                                      <p:tavLst>
                                        <p:tav tm="0">
                                          <p:val>
                                            <p:strVal val="#ppt_y+.04"/>
                                          </p:val>
                                        </p:tav>
                                        <p:tav tm="100000">
                                          <p:val>
                                            <p:strVal val="#ppt_y"/>
                                          </p:val>
                                        </p:tav>
                                      </p:tavLst>
                                    </p:anim>
                                  </p:childTnLst>
                                </p:cTn>
                              </p:par>
                              <p:par>
                                <p:cTn id="37" presetID="42" presetClass="entr" presetSubtype="0" fill="hold" nodeType="withEffect">
                                  <p:stCondLst>
                                    <p:cond delay="65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800"/>
                                        <p:tgtEl>
                                          <p:spTgt spid="8"/>
                                        </p:tgtEl>
                                      </p:cBhvr>
                                    </p:animEffect>
                                    <p:anim calcmode="lin" valueType="num">
                                      <p:cBhvr additive="base">
                                        <p:cTn id="35" dur="800" fill="hold" decel="100000"/>
                                        <p:tgtEl>
                                          <p:spTgt spid="8"/>
                                        </p:tgtEl>
                                        <p:attrNameLst>
                                          <p:attrName>ppt_x</p:attrName>
                                        </p:attrNameLst>
                                      </p:cBhvr>
                                      <p:tavLst>
                                        <p:tav tm="0">
                                          <p:val>
                                            <p:strVal val="#ppt_x"/>
                                          </p:val>
                                        </p:tav>
                                        <p:tav tm="100000">
                                          <p:val>
                                            <p:strVal val="#ppt_x"/>
                                          </p:val>
                                        </p:tav>
                                      </p:tavLst>
                                    </p:anim>
                                    <p:anim calcmode="lin" valueType="num">
                                      <p:cBhvr additive="base">
                                        <p:cTn id="36" dur="800" fill="hold" decel="100000"/>
                                        <p:tgtEl>
                                          <p:spTgt spid="8"/>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0" descr="headline rv">    </p:cNvPr>
          <p:cNvPicPr>
            <a:picLocks noChangeAspect="1"/>
          </p:cNvPicPr>
          <p:nvPr/>
        </p:nvPicPr>
        <p:blipFill>
          <a:blip r:embed="rId2"/>
          <a:stretch>
            <a:fillRect/>
          </a:stretch>
        </p:blipFill>
        <p:spPr>
          <a:xfrm>
            <a:off x="761970" y="1822399"/>
            <a:ext cx="4571909" cy="1123889"/>
          </a:xfrm>
          <a:prstGeom prst="rect">
            <a:avLst/>
          </a:prstGeom>
        </p:spPr>
      </p:pic>
      <p:pic>
        <p:nvPicPr>
          <p:cNvPr id="3" name="L1" descr="founded rv">    </p:cNvPr>
          <p:cNvPicPr>
            <a:picLocks noChangeAspect="1"/>
          </p:cNvPicPr>
          <p:nvPr/>
        </p:nvPicPr>
        <p:blipFill>
          <a:blip r:embed="rId3"/>
          <a:stretch>
            <a:fillRect/>
          </a:stretch>
        </p:blipFill>
        <p:spPr>
          <a:xfrm>
            <a:off x="761970" y="3168579"/>
            <a:ext cx="4571909" cy="2057309"/>
          </a:xfrm>
          <a:prstGeom prst="rect">
            <a:avLst/>
          </a:prstGeom>
        </p:spPr>
      </p:pic>
      <p:pic>
        <p:nvPicPr>
          <p:cNvPr id="4" name="L2" descr="mine rv">    </p:cNvPr>
          <p:cNvPicPr>
            <a:picLocks noChangeAspect="1"/>
          </p:cNvPicPr>
          <p:nvPr/>
        </p:nvPicPr>
        <p:blipFill>
          <a:blip r:embed="rId4"/>
          <a:stretch>
            <a:fillRect/>
          </a:stretch>
        </p:blipFill>
        <p:spPr>
          <a:xfrm>
            <a:off x="5905378" y="2133570"/>
            <a:ext cx="1111179" cy="495330"/>
          </a:xfrm>
          <a:prstGeom prst="rect">
            <a:avLst/>
          </a:prstGeom>
        </p:spPr>
      </p:pic>
      <p:pic>
        <p:nvPicPr>
          <p:cNvPr id="5" name="L3" descr="real rv">    </p:cNvPr>
          <p:cNvPicPr>
            <a:picLocks noChangeAspect="1"/>
          </p:cNvPicPr>
          <p:nvPr/>
        </p:nvPicPr>
        <p:blipFill>
          <a:blip r:embed="rId5"/>
          <a:stretch>
            <a:fillRect/>
          </a:stretch>
        </p:blipFill>
        <p:spPr>
          <a:xfrm>
            <a:off x="7124548" y="2133570"/>
            <a:ext cx="1574780" cy="495330"/>
          </a:xfrm>
          <a:prstGeom prst="rect">
            <a:avLst/>
          </a:prstGeom>
        </p:spPr>
      </p:pic>
      <p:pic>
        <p:nvPicPr>
          <p:cNvPr id="6" name="L4" descr="real rv">    </p:cNvPr>
          <p:cNvPicPr>
            <a:picLocks noChangeAspect="1"/>
          </p:cNvPicPr>
          <p:nvPr/>
        </p:nvPicPr>
        <p:blipFill>
          <a:blip r:embed="rId6"/>
          <a:stretch>
            <a:fillRect/>
          </a:stretch>
        </p:blipFill>
        <p:spPr>
          <a:xfrm>
            <a:off x="8807226" y="2133570"/>
            <a:ext cx="2622499" cy="495330"/>
          </a:xfrm>
          <a:prstGeom prst="rect">
            <a:avLst/>
          </a:prstGeom>
        </p:spPr>
      </p:pic>
      <p:pic>
        <p:nvPicPr>
          <p:cNvPr id="7" name="L5" descr="real rv">    </p:cNvPr>
          <p:cNvPicPr>
            <a:picLocks noChangeAspect="1"/>
          </p:cNvPicPr>
          <p:nvPr/>
        </p:nvPicPr>
        <p:blipFill>
          <a:blip r:embed="rId7"/>
          <a:stretch>
            <a:fillRect/>
          </a:stretch>
        </p:blipFill>
        <p:spPr>
          <a:xfrm>
            <a:off x="5905378" y="2736799"/>
            <a:ext cx="1695389" cy="520659"/>
          </a:xfrm>
          <a:prstGeom prst="rect">
            <a:avLst/>
          </a:prstGeom>
        </p:spPr>
      </p:pic>
      <p:pic>
        <p:nvPicPr>
          <p:cNvPr id="8" name="L6" descr="idea rv">    </p:cNvPr>
          <p:cNvPicPr>
            <a:picLocks noChangeAspect="1"/>
          </p:cNvPicPr>
          <p:nvPr/>
        </p:nvPicPr>
        <p:blipFill>
          <a:blip r:embed="rId8"/>
          <a:stretch>
            <a:fillRect/>
          </a:stretch>
        </p:blipFill>
        <p:spPr>
          <a:xfrm>
            <a:off x="7708666" y="2736799"/>
            <a:ext cx="1155710" cy="520659"/>
          </a:xfrm>
          <a:prstGeom prst="rect">
            <a:avLst/>
          </a:prstGeom>
        </p:spPr>
      </p:pic>
      <p:pic>
        <p:nvPicPr>
          <p:cNvPr id="9" name="L7" descr="idea rv">    </p:cNvPr>
          <p:cNvPicPr>
            <a:picLocks noChangeAspect="1"/>
          </p:cNvPicPr>
          <p:nvPr/>
        </p:nvPicPr>
        <p:blipFill>
          <a:blip r:embed="rId9"/>
          <a:stretch>
            <a:fillRect/>
          </a:stretch>
        </p:blipFill>
        <p:spPr>
          <a:xfrm>
            <a:off x="8972367" y="2736799"/>
            <a:ext cx="1568379" cy="520659"/>
          </a:xfrm>
          <a:prstGeom prst="rect">
            <a:avLst/>
          </a:prstGeom>
        </p:spPr>
      </p:pic>
      <p:pic>
        <p:nvPicPr>
          <p:cNvPr id="10" name="L8" descr="idea rv">    </p:cNvPr>
          <p:cNvPicPr>
            <a:picLocks noChangeAspect="1"/>
          </p:cNvPicPr>
          <p:nvPr/>
        </p:nvPicPr>
        <p:blipFill>
          <a:blip r:embed="rId10"/>
          <a:stretch>
            <a:fillRect/>
          </a:stretch>
        </p:blipFill>
        <p:spPr>
          <a:xfrm>
            <a:off x="5905378" y="3365449"/>
            <a:ext cx="971550" cy="520659"/>
          </a:xfrm>
          <a:prstGeom prst="rect">
            <a:avLst/>
          </a:prstGeom>
        </p:spPr>
      </p:pic>
      <p:pic>
        <p:nvPicPr>
          <p:cNvPr id="11" name="L9" descr="idea rv">    </p:cNvPr>
          <p:cNvPicPr>
            <a:picLocks noChangeAspect="1"/>
          </p:cNvPicPr>
          <p:nvPr/>
        </p:nvPicPr>
        <p:blipFill>
          <a:blip r:embed="rId11"/>
          <a:stretch>
            <a:fillRect/>
          </a:stretch>
        </p:blipFill>
        <p:spPr>
          <a:xfrm>
            <a:off x="6984827" y="3365449"/>
            <a:ext cx="927110" cy="520659"/>
          </a:xfrm>
          <a:prstGeom prst="rect">
            <a:avLst/>
          </a:prstGeom>
        </p:spPr>
      </p:pic>
      <p:pic>
        <p:nvPicPr>
          <p:cNvPr id="12" name="L10" descr="idea rv">    </p:cNvPr>
          <p:cNvPicPr>
            <a:picLocks noChangeAspect="1"/>
          </p:cNvPicPr>
          <p:nvPr/>
        </p:nvPicPr>
        <p:blipFill>
          <a:blip r:embed="rId12"/>
          <a:stretch>
            <a:fillRect/>
          </a:stretch>
        </p:blipFill>
        <p:spPr>
          <a:xfrm>
            <a:off x="8019837" y="3365449"/>
            <a:ext cx="1149309" cy="520659"/>
          </a:xfrm>
          <a:prstGeom prst="rect">
            <a:avLst/>
          </a:prstGeom>
        </p:spPr>
      </p:pic>
      <p:pic>
        <p:nvPicPr>
          <p:cNvPr id="13" name="L11" descr="idea rv">    </p:cNvPr>
          <p:cNvPicPr>
            <a:picLocks noChangeAspect="1"/>
          </p:cNvPicPr>
          <p:nvPr/>
        </p:nvPicPr>
        <p:blipFill>
          <a:blip r:embed="rId13"/>
          <a:stretch>
            <a:fillRect/>
          </a:stretch>
        </p:blipFill>
        <p:spPr>
          <a:xfrm>
            <a:off x="9277137" y="3365449"/>
            <a:ext cx="1104870" cy="520659"/>
          </a:xfrm>
          <a:prstGeom prst="rect">
            <a:avLst/>
          </a:prstGeom>
        </p:spPr>
      </p:pic>
      <p:pic>
        <p:nvPicPr>
          <p:cNvPr id="14" name="L12" descr="idea rv">    </p:cNvPr>
          <p:cNvPicPr>
            <a:picLocks noChangeAspect="1"/>
          </p:cNvPicPr>
          <p:nvPr/>
        </p:nvPicPr>
        <p:blipFill>
          <a:blip r:embed="rId14"/>
          <a:stretch>
            <a:fillRect/>
          </a:stretch>
        </p:blipFill>
        <p:spPr>
          <a:xfrm>
            <a:off x="5905378" y="3994008"/>
            <a:ext cx="1320759" cy="520659"/>
          </a:xfrm>
          <a:prstGeom prst="rect">
            <a:avLst/>
          </a:prstGeom>
        </p:spPr>
      </p:pic>
      <p:pic>
        <p:nvPicPr>
          <p:cNvPr id="15" name="L13" descr="yours rv">    </p:cNvPr>
          <p:cNvPicPr>
            <a:picLocks noChangeAspect="1"/>
          </p:cNvPicPr>
          <p:nvPr/>
        </p:nvPicPr>
        <p:blipFill>
          <a:blip r:embed="rId15"/>
          <a:stretch>
            <a:fillRect/>
          </a:stretch>
        </p:blipFill>
        <p:spPr>
          <a:xfrm>
            <a:off x="7334037" y="3994008"/>
            <a:ext cx="1835109" cy="520659"/>
          </a:xfrm>
          <a:prstGeom prst="rect">
            <a:avLst/>
          </a:prstGeom>
        </p:spPr>
      </p:pic>
      <p:pic>
        <p:nvPicPr>
          <p:cNvPr id="16" name="L14" descr="legend rv">    </p:cNvPr>
          <p:cNvPicPr>
            <a:picLocks noChangeAspect="1"/>
          </p:cNvPicPr>
          <p:nvPr/>
        </p:nvPicPr>
        <p:blipFill>
          <a:blip r:embed="rId16"/>
          <a:stretch>
            <a:fillRect/>
          </a:stretch>
        </p:blipFill>
        <p:spPr>
          <a:xfrm>
            <a:off x="5905378" y="4749668"/>
            <a:ext cx="5524348" cy="165141"/>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78" fill="hold">
                      <p:stCondLst>
                        <p:cond delay="indefinite"/>
                        <p:cond evt="onBegin" delay="0">
                          <p:tn val="2"/>
                        </p:cond>
                      </p:stCondLst>
                      <p:childTnLst>
                        <p:par>
                          <p:cTn id="79" fill="hold">
                            <p:stCondLst>
                              <p:cond delay="0"/>
                            </p:stCondLst>
                            <p:childTnLst>
                              <p:par>
                                <p:cTn id="7" presetID="42" presetClass="entr" presetSubtype="0" fill="hold" nodeType="afterEffect">
                                  <p:stCondLst>
                                    <p:cond delay="200"/>
                                  </p:stCondLst>
                                  <p:childTnLst>
                                    <p:set>
                                      <p:cBhvr>
                                        <p:cTn id="3" dur="1" fill="hold">
                                          <p:stCondLst>
                                            <p:cond delay="0"/>
                                          </p:stCondLst>
                                        </p:cTn>
                                        <p:tgtEl>
                                          <p:spTgt spid="2"/>
                                        </p:tgtEl>
                                        <p:attrNameLst>
                                          <p:attrName>style.visibility</p:attrName>
                                        </p:attrNameLst>
                                      </p:cBhvr>
                                      <p:to>
                                        <p:strVal val="visible"/>
                                      </p:to>
                                    </p:set>
                                    <p:animEffect transition="in" filter="fade">
                                      <p:cBhvr>
                                        <p:cTn id="4" dur="800"/>
                                        <p:tgtEl>
                                          <p:spTgt spid="2"/>
                                        </p:tgtEl>
                                      </p:cBhvr>
                                    </p:animEffect>
                                    <p:anim calcmode="lin" valueType="num">
                                      <p:cBhvr additive="base">
                                        <p:cTn id="5" dur="800" fill="hold" decel="100000"/>
                                        <p:tgtEl>
                                          <p:spTgt spid="2"/>
                                        </p:tgtEl>
                                        <p:attrNameLst>
                                          <p:attrName>ppt_x</p:attrName>
                                        </p:attrNameLst>
                                      </p:cBhvr>
                                      <p:tavLst>
                                        <p:tav tm="0">
                                          <p:val>
                                            <p:strVal val="#ppt_x"/>
                                          </p:val>
                                        </p:tav>
                                        <p:tav tm="100000">
                                          <p:val>
                                            <p:strVal val="#ppt_x"/>
                                          </p:val>
                                        </p:tav>
                                      </p:tavLst>
                                    </p:anim>
                                    <p:anim calcmode="lin" valueType="num">
                                      <p:cBhvr additive="base">
                                        <p:cTn id="6" dur="800" fill="hold" decel="100000"/>
                                        <p:tgtEl>
                                          <p:spTgt spid="2"/>
                                        </p:tgtEl>
                                        <p:attrNameLst>
                                          <p:attrName>ppt_y</p:attrName>
                                        </p:attrNameLst>
                                      </p:cBhvr>
                                      <p:tavLst>
                                        <p:tav tm="0">
                                          <p:val>
                                            <p:strVal val="#ppt_y+.04"/>
                                          </p:val>
                                        </p:tav>
                                        <p:tav tm="100000">
                                          <p:val>
                                            <p:strVal val="#ppt_y"/>
                                          </p:val>
                                        </p:tav>
                                      </p:tavLst>
                                    </p:anim>
                                  </p:childTnLst>
                                </p:cTn>
                              </p:par>
                              <p:par>
                                <p:cTn id="12" presetID="42" presetClass="entr" presetSubtype="0" fill="hold" nodeType="withEffect">
                                  <p:stCondLst>
                                    <p:cond delay="29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800"/>
                                        <p:tgtEl>
                                          <p:spTgt spid="3"/>
                                        </p:tgtEl>
                                      </p:cBhvr>
                                    </p:animEffect>
                                    <p:anim calcmode="lin" valueType="num">
                                      <p:cBhvr additive="base">
                                        <p:cTn id="10" dur="800" fill="hold" decel="100000"/>
                                        <p:tgtEl>
                                          <p:spTgt spid="3"/>
                                        </p:tgtEl>
                                        <p:attrNameLst>
                                          <p:attrName>ppt_x</p:attrName>
                                        </p:attrNameLst>
                                      </p:cBhvr>
                                      <p:tavLst>
                                        <p:tav tm="0">
                                          <p:val>
                                            <p:strVal val="#ppt_x"/>
                                          </p:val>
                                        </p:tav>
                                        <p:tav tm="100000">
                                          <p:val>
                                            <p:strVal val="#ppt_x"/>
                                          </p:val>
                                        </p:tav>
                                      </p:tavLst>
                                    </p:anim>
                                    <p:anim calcmode="lin" valueType="num">
                                      <p:cBhvr additive="base">
                                        <p:cTn id="11" dur="800" fill="hold" decel="100000"/>
                                        <p:tgtEl>
                                          <p:spTgt spid="3"/>
                                        </p:tgtEl>
                                        <p:attrNameLst>
                                          <p:attrName>ppt_y</p:attrName>
                                        </p:attrNameLst>
                                      </p:cBhvr>
                                      <p:tavLst>
                                        <p:tav tm="0">
                                          <p:val>
                                            <p:strVal val="#ppt_y+.04"/>
                                          </p:val>
                                        </p:tav>
                                        <p:tav tm="100000">
                                          <p:val>
                                            <p:strVal val="#ppt_y"/>
                                          </p:val>
                                        </p:tav>
                                      </p:tavLst>
                                    </p:anim>
                                  </p:childTnLst>
                                </p:cTn>
                              </p:par>
                              <p:par>
                                <p:cTn id="17" presetID="42" presetClass="entr" presetSubtype="0" fill="hold" nodeType="withEffect">
                                  <p:stCondLst>
                                    <p:cond delay="38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800"/>
                                        <p:tgtEl>
                                          <p:spTgt spid="4"/>
                                        </p:tgtEl>
                                      </p:cBhvr>
                                    </p:animEffect>
                                    <p:anim calcmode="lin" valueType="num">
                                      <p:cBhvr additive="base">
                                        <p:cTn id="15" dur="800" fill="hold" decel="100000"/>
                                        <p:tgtEl>
                                          <p:spTgt spid="4"/>
                                        </p:tgtEl>
                                        <p:attrNameLst>
                                          <p:attrName>ppt_x</p:attrName>
                                        </p:attrNameLst>
                                      </p:cBhvr>
                                      <p:tavLst>
                                        <p:tav tm="0">
                                          <p:val>
                                            <p:strVal val="#ppt_x"/>
                                          </p:val>
                                        </p:tav>
                                        <p:tav tm="100000">
                                          <p:val>
                                            <p:strVal val="#ppt_x"/>
                                          </p:val>
                                        </p:tav>
                                      </p:tavLst>
                                    </p:anim>
                                    <p:anim calcmode="lin" valueType="num">
                                      <p:cBhvr additive="base">
                                        <p:cTn id="16" dur="800" fill="hold" decel="100000"/>
                                        <p:tgtEl>
                                          <p:spTgt spid="4"/>
                                        </p:tgtEl>
                                        <p:attrNameLst>
                                          <p:attrName>ppt_y</p:attrName>
                                        </p:attrNameLst>
                                      </p:cBhvr>
                                      <p:tavLst>
                                        <p:tav tm="0">
                                          <p:val>
                                            <p:strVal val="#ppt_y+.04"/>
                                          </p:val>
                                        </p:tav>
                                        <p:tav tm="100000">
                                          <p:val>
                                            <p:strVal val="#ppt_y"/>
                                          </p:val>
                                        </p:tav>
                                      </p:tavLst>
                                    </p:anim>
                                  </p:childTnLst>
                                </p:cTn>
                              </p:par>
                              <p:par>
                                <p:cTn id="22" presetID="42" presetClass="entr" presetSubtype="0" fill="hold" nodeType="withEffect">
                                  <p:stCondLst>
                                    <p:cond delay="47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800"/>
                                        <p:tgtEl>
                                          <p:spTgt spid="5"/>
                                        </p:tgtEl>
                                      </p:cBhvr>
                                    </p:animEffect>
                                    <p:anim calcmode="lin" valueType="num">
                                      <p:cBhvr additive="base">
                                        <p:cTn id="20" dur="800" fill="hold" decel="100000"/>
                                        <p:tgtEl>
                                          <p:spTgt spid="5"/>
                                        </p:tgtEl>
                                        <p:attrNameLst>
                                          <p:attrName>ppt_x</p:attrName>
                                        </p:attrNameLst>
                                      </p:cBhvr>
                                      <p:tavLst>
                                        <p:tav tm="0">
                                          <p:val>
                                            <p:strVal val="#ppt_x"/>
                                          </p:val>
                                        </p:tav>
                                        <p:tav tm="100000">
                                          <p:val>
                                            <p:strVal val="#ppt_x"/>
                                          </p:val>
                                        </p:tav>
                                      </p:tavLst>
                                    </p:anim>
                                    <p:anim calcmode="lin" valueType="num">
                                      <p:cBhvr additive="base">
                                        <p:cTn id="21" dur="800" fill="hold" decel="100000"/>
                                        <p:tgtEl>
                                          <p:spTgt spid="5"/>
                                        </p:tgtEl>
                                        <p:attrNameLst>
                                          <p:attrName>ppt_y</p:attrName>
                                        </p:attrNameLst>
                                      </p:cBhvr>
                                      <p:tavLst>
                                        <p:tav tm="0">
                                          <p:val>
                                            <p:strVal val="#ppt_y+.04"/>
                                          </p:val>
                                        </p:tav>
                                        <p:tav tm="100000">
                                          <p:val>
                                            <p:strVal val="#ppt_y"/>
                                          </p:val>
                                        </p:tav>
                                      </p:tavLst>
                                    </p:anim>
                                  </p:childTnLst>
                                </p:cTn>
                              </p:par>
                              <p:par>
                                <p:cTn id="27" presetID="42" presetClass="entr" presetSubtype="0" fill="hold" nodeType="withEffect">
                                  <p:stCondLst>
                                    <p:cond delay="56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800"/>
                                        <p:tgtEl>
                                          <p:spTgt spid="6"/>
                                        </p:tgtEl>
                                      </p:cBhvr>
                                    </p:animEffect>
                                    <p:anim calcmode="lin" valueType="num">
                                      <p:cBhvr additive="base">
                                        <p:cTn id="25" dur="800" fill="hold" decel="100000"/>
                                        <p:tgtEl>
                                          <p:spTgt spid="6"/>
                                        </p:tgtEl>
                                        <p:attrNameLst>
                                          <p:attrName>ppt_x</p:attrName>
                                        </p:attrNameLst>
                                      </p:cBhvr>
                                      <p:tavLst>
                                        <p:tav tm="0">
                                          <p:val>
                                            <p:strVal val="#ppt_x"/>
                                          </p:val>
                                        </p:tav>
                                        <p:tav tm="100000">
                                          <p:val>
                                            <p:strVal val="#ppt_x"/>
                                          </p:val>
                                        </p:tav>
                                      </p:tavLst>
                                    </p:anim>
                                    <p:anim calcmode="lin" valueType="num">
                                      <p:cBhvr additive="base">
                                        <p:cTn id="26" dur="800" fill="hold" decel="100000"/>
                                        <p:tgtEl>
                                          <p:spTgt spid="6"/>
                                        </p:tgtEl>
                                        <p:attrNameLst>
                                          <p:attrName>ppt_y</p:attrName>
                                        </p:attrNameLst>
                                      </p:cBhvr>
                                      <p:tavLst>
                                        <p:tav tm="0">
                                          <p:val>
                                            <p:strVal val="#ppt_y+.04"/>
                                          </p:val>
                                        </p:tav>
                                        <p:tav tm="100000">
                                          <p:val>
                                            <p:strVal val="#ppt_y"/>
                                          </p:val>
                                        </p:tav>
                                      </p:tavLst>
                                    </p:anim>
                                  </p:childTnLst>
                                </p:cTn>
                              </p:par>
                              <p:par>
                                <p:cTn id="32" presetID="42" presetClass="entr" presetSubtype="0" fill="hold" nodeType="withEffect">
                                  <p:stCondLst>
                                    <p:cond delay="65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800"/>
                                        <p:tgtEl>
                                          <p:spTgt spid="7"/>
                                        </p:tgtEl>
                                      </p:cBhvr>
                                    </p:animEffect>
                                    <p:anim calcmode="lin" valueType="num">
                                      <p:cBhvr additive="base">
                                        <p:cTn id="30" dur="800" fill="hold" decel="100000"/>
                                        <p:tgtEl>
                                          <p:spTgt spid="7"/>
                                        </p:tgtEl>
                                        <p:attrNameLst>
                                          <p:attrName>ppt_x</p:attrName>
                                        </p:attrNameLst>
                                      </p:cBhvr>
                                      <p:tavLst>
                                        <p:tav tm="0">
                                          <p:val>
                                            <p:strVal val="#ppt_x"/>
                                          </p:val>
                                        </p:tav>
                                        <p:tav tm="100000">
                                          <p:val>
                                            <p:strVal val="#ppt_x"/>
                                          </p:val>
                                        </p:tav>
                                      </p:tavLst>
                                    </p:anim>
                                    <p:anim calcmode="lin" valueType="num">
                                      <p:cBhvr additive="base">
                                        <p:cTn id="31" dur="800" fill="hold" decel="100000"/>
                                        <p:tgtEl>
                                          <p:spTgt spid="7"/>
                                        </p:tgtEl>
                                        <p:attrNameLst>
                                          <p:attrName>ppt_y</p:attrName>
                                        </p:attrNameLst>
                                      </p:cBhvr>
                                      <p:tavLst>
                                        <p:tav tm="0">
                                          <p:val>
                                            <p:strVal val="#ppt_y+.04"/>
                                          </p:val>
                                        </p:tav>
                                        <p:tav tm="100000">
                                          <p:val>
                                            <p:strVal val="#ppt_y"/>
                                          </p:val>
                                        </p:tav>
                                      </p:tavLst>
                                    </p:anim>
                                  </p:childTnLst>
                                </p:cTn>
                              </p:par>
                              <p:par>
                                <p:cTn id="37" presetID="42" presetClass="entr" presetSubtype="0" fill="hold" nodeType="withEffect">
                                  <p:stCondLst>
                                    <p:cond delay="74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800"/>
                                        <p:tgtEl>
                                          <p:spTgt spid="8"/>
                                        </p:tgtEl>
                                      </p:cBhvr>
                                    </p:animEffect>
                                    <p:anim calcmode="lin" valueType="num">
                                      <p:cBhvr additive="base">
                                        <p:cTn id="35" dur="800" fill="hold" decel="100000"/>
                                        <p:tgtEl>
                                          <p:spTgt spid="8"/>
                                        </p:tgtEl>
                                        <p:attrNameLst>
                                          <p:attrName>ppt_x</p:attrName>
                                        </p:attrNameLst>
                                      </p:cBhvr>
                                      <p:tavLst>
                                        <p:tav tm="0">
                                          <p:val>
                                            <p:strVal val="#ppt_x"/>
                                          </p:val>
                                        </p:tav>
                                        <p:tav tm="100000">
                                          <p:val>
                                            <p:strVal val="#ppt_x"/>
                                          </p:val>
                                        </p:tav>
                                      </p:tavLst>
                                    </p:anim>
                                    <p:anim calcmode="lin" valueType="num">
                                      <p:cBhvr additive="base">
                                        <p:cTn id="36" dur="800" fill="hold" decel="100000"/>
                                        <p:tgtEl>
                                          <p:spTgt spid="8"/>
                                        </p:tgtEl>
                                        <p:attrNameLst>
                                          <p:attrName>ppt_y</p:attrName>
                                        </p:attrNameLst>
                                      </p:cBhvr>
                                      <p:tavLst>
                                        <p:tav tm="0">
                                          <p:val>
                                            <p:strVal val="#ppt_y+.04"/>
                                          </p:val>
                                        </p:tav>
                                        <p:tav tm="100000">
                                          <p:val>
                                            <p:strVal val="#ppt_y"/>
                                          </p:val>
                                        </p:tav>
                                      </p:tavLst>
                                    </p:anim>
                                  </p:childTnLst>
                                </p:cTn>
                              </p:par>
                              <p:par>
                                <p:cTn id="42" presetID="42" presetClass="entr" presetSubtype="0" fill="hold" nodeType="withEffect">
                                  <p:stCondLst>
                                    <p:cond delay="83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800"/>
                                        <p:tgtEl>
                                          <p:spTgt spid="9"/>
                                        </p:tgtEl>
                                      </p:cBhvr>
                                    </p:animEffect>
                                    <p:anim calcmode="lin" valueType="num">
                                      <p:cBhvr additive="base">
                                        <p:cTn id="40" dur="800" fill="hold" decel="100000"/>
                                        <p:tgtEl>
                                          <p:spTgt spid="9"/>
                                        </p:tgtEl>
                                        <p:attrNameLst>
                                          <p:attrName>ppt_x</p:attrName>
                                        </p:attrNameLst>
                                      </p:cBhvr>
                                      <p:tavLst>
                                        <p:tav tm="0">
                                          <p:val>
                                            <p:strVal val="#ppt_x"/>
                                          </p:val>
                                        </p:tav>
                                        <p:tav tm="100000">
                                          <p:val>
                                            <p:strVal val="#ppt_x"/>
                                          </p:val>
                                        </p:tav>
                                      </p:tavLst>
                                    </p:anim>
                                    <p:anim calcmode="lin" valueType="num">
                                      <p:cBhvr additive="base">
                                        <p:cTn id="41" dur="800" fill="hold" decel="100000"/>
                                        <p:tgtEl>
                                          <p:spTgt spid="9"/>
                                        </p:tgtEl>
                                        <p:attrNameLst>
                                          <p:attrName>ppt_y</p:attrName>
                                        </p:attrNameLst>
                                      </p:cBhvr>
                                      <p:tavLst>
                                        <p:tav tm="0">
                                          <p:val>
                                            <p:strVal val="#ppt_y+.04"/>
                                          </p:val>
                                        </p:tav>
                                        <p:tav tm="100000">
                                          <p:val>
                                            <p:strVal val="#ppt_y"/>
                                          </p:val>
                                        </p:tav>
                                      </p:tavLst>
                                    </p:anim>
                                  </p:childTnLst>
                                </p:cTn>
                              </p:par>
                              <p:par>
                                <p:cTn id="47" presetID="42" presetClass="entr" presetSubtype="0" fill="hold" nodeType="withEffect">
                                  <p:stCondLst>
                                    <p:cond delay="92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800"/>
                                        <p:tgtEl>
                                          <p:spTgt spid="10"/>
                                        </p:tgtEl>
                                      </p:cBhvr>
                                    </p:animEffect>
                                    <p:anim calcmode="lin" valueType="num">
                                      <p:cBhvr additive="base">
                                        <p:cTn id="45" dur="800" fill="hold" decel="100000"/>
                                        <p:tgtEl>
                                          <p:spTgt spid="10"/>
                                        </p:tgtEl>
                                        <p:attrNameLst>
                                          <p:attrName>ppt_x</p:attrName>
                                        </p:attrNameLst>
                                      </p:cBhvr>
                                      <p:tavLst>
                                        <p:tav tm="0">
                                          <p:val>
                                            <p:strVal val="#ppt_x"/>
                                          </p:val>
                                        </p:tav>
                                        <p:tav tm="100000">
                                          <p:val>
                                            <p:strVal val="#ppt_x"/>
                                          </p:val>
                                        </p:tav>
                                      </p:tavLst>
                                    </p:anim>
                                    <p:anim calcmode="lin" valueType="num">
                                      <p:cBhvr additive="base">
                                        <p:cTn id="46" dur="800" fill="hold" decel="100000"/>
                                        <p:tgtEl>
                                          <p:spTgt spid="10"/>
                                        </p:tgtEl>
                                        <p:attrNameLst>
                                          <p:attrName>ppt_y</p:attrName>
                                        </p:attrNameLst>
                                      </p:cBhvr>
                                      <p:tavLst>
                                        <p:tav tm="0">
                                          <p:val>
                                            <p:strVal val="#ppt_y+.04"/>
                                          </p:val>
                                        </p:tav>
                                        <p:tav tm="100000">
                                          <p:val>
                                            <p:strVal val="#ppt_y"/>
                                          </p:val>
                                        </p:tav>
                                      </p:tavLst>
                                    </p:anim>
                                  </p:childTnLst>
                                </p:cTn>
                              </p:par>
                              <p:par>
                                <p:cTn id="52" presetID="42" presetClass="entr" presetSubtype="0" fill="hold" nodeType="withEffect">
                                  <p:stCondLst>
                                    <p:cond delay="101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800"/>
                                        <p:tgtEl>
                                          <p:spTgt spid="11"/>
                                        </p:tgtEl>
                                      </p:cBhvr>
                                    </p:animEffect>
                                    <p:anim calcmode="lin" valueType="num">
                                      <p:cBhvr additive="base">
                                        <p:cTn id="50" dur="800" fill="hold" decel="100000"/>
                                        <p:tgtEl>
                                          <p:spTgt spid="11"/>
                                        </p:tgtEl>
                                        <p:attrNameLst>
                                          <p:attrName>ppt_x</p:attrName>
                                        </p:attrNameLst>
                                      </p:cBhvr>
                                      <p:tavLst>
                                        <p:tav tm="0">
                                          <p:val>
                                            <p:strVal val="#ppt_x"/>
                                          </p:val>
                                        </p:tav>
                                        <p:tav tm="100000">
                                          <p:val>
                                            <p:strVal val="#ppt_x"/>
                                          </p:val>
                                        </p:tav>
                                      </p:tavLst>
                                    </p:anim>
                                    <p:anim calcmode="lin" valueType="num">
                                      <p:cBhvr additive="base">
                                        <p:cTn id="51" dur="800" fill="hold" decel="100000"/>
                                        <p:tgtEl>
                                          <p:spTgt spid="11"/>
                                        </p:tgtEl>
                                        <p:attrNameLst>
                                          <p:attrName>ppt_y</p:attrName>
                                        </p:attrNameLst>
                                      </p:cBhvr>
                                      <p:tavLst>
                                        <p:tav tm="0">
                                          <p:val>
                                            <p:strVal val="#ppt_y+.04"/>
                                          </p:val>
                                        </p:tav>
                                        <p:tav tm="100000">
                                          <p:val>
                                            <p:strVal val="#ppt_y"/>
                                          </p:val>
                                        </p:tav>
                                      </p:tavLst>
                                    </p:anim>
                                  </p:childTnLst>
                                </p:cTn>
                              </p:par>
                              <p:par>
                                <p:cTn id="57" presetID="42" presetClass="entr" presetSubtype="0" fill="hold" nodeType="withEffect">
                                  <p:stCondLst>
                                    <p:cond delay="110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800"/>
                                        <p:tgtEl>
                                          <p:spTgt spid="12"/>
                                        </p:tgtEl>
                                      </p:cBhvr>
                                    </p:animEffect>
                                    <p:anim calcmode="lin" valueType="num">
                                      <p:cBhvr additive="base">
                                        <p:cTn id="55" dur="800" fill="hold" decel="100000"/>
                                        <p:tgtEl>
                                          <p:spTgt spid="12"/>
                                        </p:tgtEl>
                                        <p:attrNameLst>
                                          <p:attrName>ppt_x</p:attrName>
                                        </p:attrNameLst>
                                      </p:cBhvr>
                                      <p:tavLst>
                                        <p:tav tm="0">
                                          <p:val>
                                            <p:strVal val="#ppt_x"/>
                                          </p:val>
                                        </p:tav>
                                        <p:tav tm="100000">
                                          <p:val>
                                            <p:strVal val="#ppt_x"/>
                                          </p:val>
                                        </p:tav>
                                      </p:tavLst>
                                    </p:anim>
                                    <p:anim calcmode="lin" valueType="num">
                                      <p:cBhvr additive="base">
                                        <p:cTn id="56" dur="800" fill="hold" decel="100000"/>
                                        <p:tgtEl>
                                          <p:spTgt spid="12"/>
                                        </p:tgtEl>
                                        <p:attrNameLst>
                                          <p:attrName>ppt_y</p:attrName>
                                        </p:attrNameLst>
                                      </p:cBhvr>
                                      <p:tavLst>
                                        <p:tav tm="0">
                                          <p:val>
                                            <p:strVal val="#ppt_y+.04"/>
                                          </p:val>
                                        </p:tav>
                                        <p:tav tm="100000">
                                          <p:val>
                                            <p:strVal val="#ppt_y"/>
                                          </p:val>
                                        </p:tav>
                                      </p:tavLst>
                                    </p:anim>
                                  </p:childTnLst>
                                </p:cTn>
                              </p:par>
                              <p:par>
                                <p:cTn id="62" presetID="42" presetClass="entr" presetSubtype="0" fill="hold" nodeType="withEffect">
                                  <p:stCondLst>
                                    <p:cond delay="119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800"/>
                                        <p:tgtEl>
                                          <p:spTgt spid="13"/>
                                        </p:tgtEl>
                                      </p:cBhvr>
                                    </p:animEffect>
                                    <p:anim calcmode="lin" valueType="num">
                                      <p:cBhvr additive="base">
                                        <p:cTn id="60" dur="800" fill="hold" decel="100000"/>
                                        <p:tgtEl>
                                          <p:spTgt spid="13"/>
                                        </p:tgtEl>
                                        <p:attrNameLst>
                                          <p:attrName>ppt_x</p:attrName>
                                        </p:attrNameLst>
                                      </p:cBhvr>
                                      <p:tavLst>
                                        <p:tav tm="0">
                                          <p:val>
                                            <p:strVal val="#ppt_x"/>
                                          </p:val>
                                        </p:tav>
                                        <p:tav tm="100000">
                                          <p:val>
                                            <p:strVal val="#ppt_x"/>
                                          </p:val>
                                        </p:tav>
                                      </p:tavLst>
                                    </p:anim>
                                    <p:anim calcmode="lin" valueType="num">
                                      <p:cBhvr additive="base">
                                        <p:cTn id="61" dur="800" fill="hold" decel="100000"/>
                                        <p:tgtEl>
                                          <p:spTgt spid="13"/>
                                        </p:tgtEl>
                                        <p:attrNameLst>
                                          <p:attrName>ppt_y</p:attrName>
                                        </p:attrNameLst>
                                      </p:cBhvr>
                                      <p:tavLst>
                                        <p:tav tm="0">
                                          <p:val>
                                            <p:strVal val="#ppt_y+.04"/>
                                          </p:val>
                                        </p:tav>
                                        <p:tav tm="100000">
                                          <p:val>
                                            <p:strVal val="#ppt_y"/>
                                          </p:val>
                                        </p:tav>
                                      </p:tavLst>
                                    </p:anim>
                                  </p:childTnLst>
                                </p:cTn>
                              </p:par>
                              <p:par>
                                <p:cTn id="67" presetID="42" presetClass="entr" presetSubtype="0" fill="hold" nodeType="withEffect">
                                  <p:stCondLst>
                                    <p:cond delay="128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800"/>
                                        <p:tgtEl>
                                          <p:spTgt spid="14"/>
                                        </p:tgtEl>
                                      </p:cBhvr>
                                    </p:animEffect>
                                    <p:anim calcmode="lin" valueType="num">
                                      <p:cBhvr additive="base">
                                        <p:cTn id="65" dur="800" fill="hold" decel="100000"/>
                                        <p:tgtEl>
                                          <p:spTgt spid="14"/>
                                        </p:tgtEl>
                                        <p:attrNameLst>
                                          <p:attrName>ppt_x</p:attrName>
                                        </p:attrNameLst>
                                      </p:cBhvr>
                                      <p:tavLst>
                                        <p:tav tm="0">
                                          <p:val>
                                            <p:strVal val="#ppt_x"/>
                                          </p:val>
                                        </p:tav>
                                        <p:tav tm="100000">
                                          <p:val>
                                            <p:strVal val="#ppt_x"/>
                                          </p:val>
                                        </p:tav>
                                      </p:tavLst>
                                    </p:anim>
                                    <p:anim calcmode="lin" valueType="num">
                                      <p:cBhvr additive="base">
                                        <p:cTn id="66" dur="800" fill="hold" decel="100000"/>
                                        <p:tgtEl>
                                          <p:spTgt spid="14"/>
                                        </p:tgtEl>
                                        <p:attrNameLst>
                                          <p:attrName>ppt_y</p:attrName>
                                        </p:attrNameLst>
                                      </p:cBhvr>
                                      <p:tavLst>
                                        <p:tav tm="0">
                                          <p:val>
                                            <p:strVal val="#ppt_y+.04"/>
                                          </p:val>
                                        </p:tav>
                                        <p:tav tm="100000">
                                          <p:val>
                                            <p:strVal val="#ppt_y"/>
                                          </p:val>
                                        </p:tav>
                                      </p:tavLst>
                                    </p:anim>
                                  </p:childTnLst>
                                </p:cTn>
                              </p:par>
                              <p:par>
                                <p:cTn id="72" presetID="42" presetClass="entr" presetSubtype="0" fill="hold" nodeType="withEffect">
                                  <p:stCondLst>
                                    <p:cond delay="1370"/>
                                  </p:stCondLst>
                                  <p:childTnLst>
                                    <p:set>
                                      <p:cBhvr>
                                        <p:cTn id="68" dur="1" fill="hold">
                                          <p:stCondLst>
                                            <p:cond delay="0"/>
                                          </p:stCondLst>
                                        </p:cTn>
                                        <p:tgtEl>
                                          <p:spTgt spid="15"/>
                                        </p:tgtEl>
                                        <p:attrNameLst>
                                          <p:attrName>style.visibility</p:attrName>
                                        </p:attrNameLst>
                                      </p:cBhvr>
                                      <p:to>
                                        <p:strVal val="visible"/>
                                      </p:to>
                                    </p:set>
                                    <p:animEffect transition="in" filter="fade">
                                      <p:cBhvr>
                                        <p:cTn id="69" dur="800"/>
                                        <p:tgtEl>
                                          <p:spTgt spid="15"/>
                                        </p:tgtEl>
                                      </p:cBhvr>
                                    </p:animEffect>
                                    <p:anim calcmode="lin" valueType="num">
                                      <p:cBhvr additive="base">
                                        <p:cTn id="70" dur="800" fill="hold" decel="100000"/>
                                        <p:tgtEl>
                                          <p:spTgt spid="15"/>
                                        </p:tgtEl>
                                        <p:attrNameLst>
                                          <p:attrName>ppt_x</p:attrName>
                                        </p:attrNameLst>
                                      </p:cBhvr>
                                      <p:tavLst>
                                        <p:tav tm="0">
                                          <p:val>
                                            <p:strVal val="#ppt_x"/>
                                          </p:val>
                                        </p:tav>
                                        <p:tav tm="100000">
                                          <p:val>
                                            <p:strVal val="#ppt_x"/>
                                          </p:val>
                                        </p:tav>
                                      </p:tavLst>
                                    </p:anim>
                                    <p:anim calcmode="lin" valueType="num">
                                      <p:cBhvr additive="base">
                                        <p:cTn id="71" dur="800" fill="hold" decel="100000"/>
                                        <p:tgtEl>
                                          <p:spTgt spid="15"/>
                                        </p:tgtEl>
                                        <p:attrNameLst>
                                          <p:attrName>ppt_y</p:attrName>
                                        </p:attrNameLst>
                                      </p:cBhvr>
                                      <p:tavLst>
                                        <p:tav tm="0">
                                          <p:val>
                                            <p:strVal val="#ppt_y+.04"/>
                                          </p:val>
                                        </p:tav>
                                        <p:tav tm="100000">
                                          <p:val>
                                            <p:strVal val="#ppt_y"/>
                                          </p:val>
                                        </p:tav>
                                      </p:tavLst>
                                    </p:anim>
                                  </p:childTnLst>
                                </p:cTn>
                              </p:par>
                              <p:par>
                                <p:cTn id="77" presetID="42" presetClass="entr" presetSubtype="0" fill="hold" nodeType="withEffect">
                                  <p:stCondLst>
                                    <p:cond delay="146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800"/>
                                        <p:tgtEl>
                                          <p:spTgt spid="16"/>
                                        </p:tgtEl>
                                      </p:cBhvr>
                                    </p:animEffect>
                                    <p:anim calcmode="lin" valueType="num">
                                      <p:cBhvr additive="base">
                                        <p:cTn id="75" dur="800" fill="hold" decel="100000"/>
                                        <p:tgtEl>
                                          <p:spTgt spid="16"/>
                                        </p:tgtEl>
                                        <p:attrNameLst>
                                          <p:attrName>ppt_x</p:attrName>
                                        </p:attrNameLst>
                                      </p:cBhvr>
                                      <p:tavLst>
                                        <p:tav tm="0">
                                          <p:val>
                                            <p:strVal val="#ppt_x"/>
                                          </p:val>
                                        </p:tav>
                                        <p:tav tm="100000">
                                          <p:val>
                                            <p:strVal val="#ppt_x"/>
                                          </p:val>
                                        </p:tav>
                                      </p:tavLst>
                                    </p:anim>
                                    <p:anim calcmode="lin" valueType="num">
                                      <p:cBhvr additive="base">
                                        <p:cTn id="76" dur="800" fill="hold" decel="100000"/>
                                        <p:tgtEl>
                                          <p:spTgt spid="1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0" descr="jobs-photo">    </p:cNvPr>
          <p:cNvPicPr>
            <a:picLocks noChangeAspect="1"/>
          </p:cNvPicPr>
          <p:nvPr/>
        </p:nvPicPr>
        <p:blipFill>
          <a:blip r:embed="rId2"/>
          <a:stretch>
            <a:fillRect/>
          </a:stretch>
        </p:blipFill>
        <p:spPr>
          <a:xfrm>
            <a:off x="7492776" y="0"/>
            <a:ext cx="4698919" cy="6857817"/>
          </a:xfrm>
          <a:prstGeom prst="rect">
            <a:avLst/>
          </a:prstGeom>
        </p:spPr>
      </p:pic>
      <p:pic>
        <p:nvPicPr>
          <p:cNvPr id="3" name="L1" descr="jobs-logos">    </p:cNvPr>
          <p:cNvPicPr>
            <a:picLocks noChangeAspect="1"/>
          </p:cNvPicPr>
          <p:nvPr/>
        </p:nvPicPr>
        <p:blipFill>
          <a:blip r:embed="rId3"/>
          <a:stretch>
            <a:fillRect/>
          </a:stretch>
        </p:blipFill>
        <p:spPr>
          <a:xfrm>
            <a:off x="6025987" y="2673248"/>
            <a:ext cx="2679649" cy="3124139"/>
          </a:xfrm>
          <a:prstGeom prst="rect">
            <a:avLst/>
          </a:prstGeom>
        </p:spPr>
      </p:pic>
      <p:pic>
        <p:nvPicPr>
          <p:cNvPr id="4" name="L2" descr="headline rv">    </p:cNvPr>
          <p:cNvPicPr>
            <a:picLocks noChangeAspect="1"/>
          </p:cNvPicPr>
          <p:nvPr/>
        </p:nvPicPr>
        <p:blipFill>
          <a:blip r:embed="rId4"/>
          <a:stretch>
            <a:fillRect/>
          </a:stretch>
        </p:blipFill>
        <p:spPr>
          <a:xfrm>
            <a:off x="761970" y="952439"/>
            <a:ext cx="5016398" cy="558790"/>
          </a:xfrm>
          <a:prstGeom prst="rect">
            <a:avLst/>
          </a:prstGeom>
        </p:spPr>
      </p:pic>
      <p:pic>
        <p:nvPicPr>
          <p:cNvPr id="5" name="L3" descr="job rv">    </p:cNvPr>
          <p:cNvPicPr>
            <a:picLocks noChangeAspect="1"/>
          </p:cNvPicPr>
          <p:nvPr/>
        </p:nvPicPr>
        <p:blipFill>
          <a:blip r:embed="rId5"/>
          <a:stretch>
            <a:fillRect/>
          </a:stretch>
        </p:blipFill>
        <p:spPr>
          <a:xfrm>
            <a:off x="761970" y="1676370"/>
            <a:ext cx="5016398" cy="736549"/>
          </a:xfrm>
          <a:prstGeom prst="rect">
            <a:avLst/>
          </a:prstGeom>
        </p:spPr>
      </p:pic>
      <p:pic>
        <p:nvPicPr>
          <p:cNvPr id="6" name="L4" descr="job rv">    </p:cNvPr>
          <p:cNvPicPr>
            <a:picLocks noChangeAspect="1"/>
          </p:cNvPicPr>
          <p:nvPr/>
        </p:nvPicPr>
        <p:blipFill>
          <a:blip r:embed="rId6"/>
          <a:stretch>
            <a:fillRect/>
          </a:stretch>
        </p:blipFill>
        <p:spPr>
          <a:xfrm>
            <a:off x="761970" y="2571659"/>
            <a:ext cx="5016398" cy="1384310"/>
          </a:xfrm>
          <a:prstGeom prst="rect">
            <a:avLst/>
          </a:prstGeom>
        </p:spPr>
      </p:pic>
      <p:pic>
        <p:nvPicPr>
          <p:cNvPr id="7" name="L5" descr="job rv">    </p:cNvPr>
          <p:cNvPicPr>
            <a:picLocks noChangeAspect="1"/>
          </p:cNvPicPr>
          <p:nvPr/>
        </p:nvPicPr>
        <p:blipFill>
          <a:blip r:embed="rId7"/>
          <a:stretch>
            <a:fillRect/>
          </a:stretch>
        </p:blipFill>
        <p:spPr>
          <a:xfrm>
            <a:off x="761970" y="4114709"/>
            <a:ext cx="5016398" cy="514350"/>
          </a:xfrm>
          <a:prstGeom prst="rect">
            <a:avLst/>
          </a:prstGeom>
        </p:spPr>
      </p:pic>
      <p:pic>
        <p:nvPicPr>
          <p:cNvPr id="8" name="L6" descr="more rv">    </p:cNvPr>
          <p:cNvPicPr>
            <a:picLocks noChangeAspect="1"/>
          </p:cNvPicPr>
          <p:nvPr/>
        </p:nvPicPr>
        <p:blipFill>
          <a:blip r:embed="rId8"/>
          <a:stretch>
            <a:fillRect/>
          </a:stretch>
        </p:blipFill>
        <p:spPr>
          <a:xfrm>
            <a:off x="761970" y="4787798"/>
            <a:ext cx="5016398" cy="90169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6" fill="hold">
                      <p:stCondLst>
                        <p:cond delay="indefinite"/>
                        <p:cond evt="onBegin" delay="0">
                          <p:tn val="2"/>
                        </p:cond>
                      </p:stCondLst>
                      <p:childTnLst>
                        <p:par>
                          <p:cTn id="37" fill="hold">
                            <p:stCondLst>
                              <p:cond delay="0"/>
                            </p:stCondLst>
                            <p:childTnLst>
                              <p:par>
                                <p:cTn id="5" presetID="22" presetClass="entr" presetSubtype="8" fill="hold" nodeType="afterEffect">
                                  <p:stCondLst>
                                    <p:cond delay="0"/>
                                  </p:stCondLst>
                                  <p:childTnLst>
                                    <p:set>
                                      <p:cBhvr>
                                        <p:cTn id="3" dur="1" fill="hold">
                                          <p:stCondLst>
                                            <p:cond delay="0"/>
                                          </p:stCondLst>
                                        </p:cTn>
                                        <p:tgtEl>
                                          <p:spTgt spid="2"/>
                                        </p:tgtEl>
                                        <p:attrNameLst>
                                          <p:attrName>style.visibility</p:attrName>
                                        </p:attrNameLst>
                                      </p:cBhvr>
                                      <p:to>
                                        <p:strVal val="visible"/>
                                      </p:to>
                                    </p:set>
                                    <p:animEffect transition="in" filter="wipe(left)">
                                      <p:cBhvr>
                                        <p:cTn id="4" dur="1100"/>
                                        <p:tgtEl>
                                          <p:spTgt spid="2"/>
                                        </p:tgtEl>
                                      </p:cBhvr>
                                    </p:animEffect>
                                  </p:childTnLst>
                                </p:cTn>
                              </p:par>
                              <p:par>
                                <p:cTn id="10" presetID="53" presetClass="entr" presetSubtype="16" fill="hold" nodeType="withEffect">
                                  <p:stCondLst>
                                    <p:cond delay="7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600" fill="hold" decel="100000"/>
                                        <p:tgtEl>
                                          <p:spTgt spid="3"/>
                                        </p:tgtEl>
                                        <p:attrNameLst>
                                          <p:attrName>ppt_w</p:attrName>
                                        </p:attrNameLst>
                                      </p:cBhvr>
                                      <p:tavLst>
                                        <p:tav tm="0">
                                          <p:val>
                                            <p:strVal val="0"/>
                                          </p:val>
                                        </p:tav>
                                        <p:tav tm="100000">
                                          <p:val>
                                            <p:strVal val="#ppt_w"/>
                                          </p:val>
                                        </p:tav>
                                      </p:tavLst>
                                    </p:anim>
                                    <p:anim calcmode="lin" valueType="num">
                                      <p:cBhvr additive="base">
                                        <p:cTn id="8" dur="600" fill="hold" decel="100000"/>
                                        <p:tgtEl>
                                          <p:spTgt spid="3"/>
                                        </p:tgtEl>
                                        <p:attrNameLst>
                                          <p:attrName>ppt_h</p:attrName>
                                        </p:attrNameLst>
                                      </p:cBhvr>
                                      <p:tavLst>
                                        <p:tav tm="0">
                                          <p:val>
                                            <p:strVal val="0"/>
                                          </p:val>
                                        </p:tav>
                                        <p:tav tm="100000">
                                          <p:val>
                                            <p:strVal val="#ppt_h"/>
                                          </p:val>
                                        </p:tav>
                                      </p:tavLst>
                                    </p:anim>
                                    <p:animEffect transition="in" filter="fade">
                                      <p:cBhvr>
                                        <p:cTn id="9" dur="600"/>
                                        <p:tgtEl>
                                          <p:spTgt spid="3"/>
                                        </p:tgtEl>
                                      </p:cBhvr>
                                    </p:animEffect>
                                  </p:childTnLst>
                                </p:cTn>
                              </p:par>
                              <p:par>
                                <p:cTn id="15" presetID="42" presetClass="entr" presetSubtype="0" fill="hold" nodeType="withEffect">
                                  <p:stCondLst>
                                    <p:cond delay="20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800"/>
                                        <p:tgtEl>
                                          <p:spTgt spid="4"/>
                                        </p:tgtEl>
                                      </p:cBhvr>
                                    </p:animEffect>
                                    <p:anim calcmode="lin" valueType="num">
                                      <p:cBhvr additive="base">
                                        <p:cTn id="13" dur="800" fill="hold" decel="100000"/>
                                        <p:tgtEl>
                                          <p:spTgt spid="4"/>
                                        </p:tgtEl>
                                        <p:attrNameLst>
                                          <p:attrName>ppt_x</p:attrName>
                                        </p:attrNameLst>
                                      </p:cBhvr>
                                      <p:tavLst>
                                        <p:tav tm="0">
                                          <p:val>
                                            <p:strVal val="#ppt_x"/>
                                          </p:val>
                                        </p:tav>
                                        <p:tav tm="100000">
                                          <p:val>
                                            <p:strVal val="#ppt_x"/>
                                          </p:val>
                                        </p:tav>
                                      </p:tavLst>
                                    </p:anim>
                                    <p:anim calcmode="lin" valueType="num">
                                      <p:cBhvr additive="base">
                                        <p:cTn id="14" dur="800" fill="hold" decel="100000"/>
                                        <p:tgtEl>
                                          <p:spTgt spid="4"/>
                                        </p:tgtEl>
                                        <p:attrNameLst>
                                          <p:attrName>ppt_y</p:attrName>
                                        </p:attrNameLst>
                                      </p:cBhvr>
                                      <p:tavLst>
                                        <p:tav tm="0">
                                          <p:val>
                                            <p:strVal val="#ppt_y+.04"/>
                                          </p:val>
                                        </p:tav>
                                        <p:tav tm="100000">
                                          <p:val>
                                            <p:strVal val="#ppt_y"/>
                                          </p:val>
                                        </p:tav>
                                      </p:tavLst>
                                    </p:anim>
                                  </p:childTnLst>
                                </p:cTn>
                              </p:par>
                              <p:par>
                                <p:cTn id="20" presetID="42" presetClass="entr" presetSubtype="0" fill="hold" nodeType="withEffect">
                                  <p:stCondLst>
                                    <p:cond delay="29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800"/>
                                        <p:tgtEl>
                                          <p:spTgt spid="5"/>
                                        </p:tgtEl>
                                      </p:cBhvr>
                                    </p:animEffect>
                                    <p:anim calcmode="lin" valueType="num">
                                      <p:cBhvr additive="base">
                                        <p:cTn id="18" dur="800" fill="hold" decel="100000"/>
                                        <p:tgtEl>
                                          <p:spTgt spid="5"/>
                                        </p:tgtEl>
                                        <p:attrNameLst>
                                          <p:attrName>ppt_x</p:attrName>
                                        </p:attrNameLst>
                                      </p:cBhvr>
                                      <p:tavLst>
                                        <p:tav tm="0">
                                          <p:val>
                                            <p:strVal val="#ppt_x"/>
                                          </p:val>
                                        </p:tav>
                                        <p:tav tm="100000">
                                          <p:val>
                                            <p:strVal val="#ppt_x"/>
                                          </p:val>
                                        </p:tav>
                                      </p:tavLst>
                                    </p:anim>
                                    <p:anim calcmode="lin" valueType="num">
                                      <p:cBhvr additive="base">
                                        <p:cTn id="19" dur="800" fill="hold" decel="100000"/>
                                        <p:tgtEl>
                                          <p:spTgt spid="5"/>
                                        </p:tgtEl>
                                        <p:attrNameLst>
                                          <p:attrName>ppt_y</p:attrName>
                                        </p:attrNameLst>
                                      </p:cBhvr>
                                      <p:tavLst>
                                        <p:tav tm="0">
                                          <p:val>
                                            <p:strVal val="#ppt_y+.04"/>
                                          </p:val>
                                        </p:tav>
                                        <p:tav tm="100000">
                                          <p:val>
                                            <p:strVal val="#ppt_y"/>
                                          </p:val>
                                        </p:tav>
                                      </p:tavLst>
                                    </p:anim>
                                  </p:childTnLst>
                                </p:cTn>
                              </p:par>
                              <p:par>
                                <p:cTn id="25" presetID="42" presetClass="entr" presetSubtype="0" fill="hold" nodeType="withEffect">
                                  <p:stCondLst>
                                    <p:cond delay="38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800"/>
                                        <p:tgtEl>
                                          <p:spTgt spid="6"/>
                                        </p:tgtEl>
                                      </p:cBhvr>
                                    </p:animEffect>
                                    <p:anim calcmode="lin" valueType="num">
                                      <p:cBhvr additive="base">
                                        <p:cTn id="23" dur="800" fill="hold" decel="100000"/>
                                        <p:tgtEl>
                                          <p:spTgt spid="6"/>
                                        </p:tgtEl>
                                        <p:attrNameLst>
                                          <p:attrName>ppt_x</p:attrName>
                                        </p:attrNameLst>
                                      </p:cBhvr>
                                      <p:tavLst>
                                        <p:tav tm="0">
                                          <p:val>
                                            <p:strVal val="#ppt_x"/>
                                          </p:val>
                                        </p:tav>
                                        <p:tav tm="100000">
                                          <p:val>
                                            <p:strVal val="#ppt_x"/>
                                          </p:val>
                                        </p:tav>
                                      </p:tavLst>
                                    </p:anim>
                                    <p:anim calcmode="lin" valueType="num">
                                      <p:cBhvr additive="base">
                                        <p:cTn id="24" dur="800" fill="hold" decel="100000"/>
                                        <p:tgtEl>
                                          <p:spTgt spid="6"/>
                                        </p:tgtEl>
                                        <p:attrNameLst>
                                          <p:attrName>ppt_y</p:attrName>
                                        </p:attrNameLst>
                                      </p:cBhvr>
                                      <p:tavLst>
                                        <p:tav tm="0">
                                          <p:val>
                                            <p:strVal val="#ppt_y+.04"/>
                                          </p:val>
                                        </p:tav>
                                        <p:tav tm="100000">
                                          <p:val>
                                            <p:strVal val="#ppt_y"/>
                                          </p:val>
                                        </p:tav>
                                      </p:tavLst>
                                    </p:anim>
                                  </p:childTnLst>
                                </p:cTn>
                              </p:par>
                              <p:par>
                                <p:cTn id="30" presetID="42" presetClass="entr" presetSubtype="0" fill="hold" nodeType="withEffect">
                                  <p:stCondLst>
                                    <p:cond delay="47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800"/>
                                        <p:tgtEl>
                                          <p:spTgt spid="7"/>
                                        </p:tgtEl>
                                      </p:cBhvr>
                                    </p:animEffect>
                                    <p:anim calcmode="lin" valueType="num">
                                      <p:cBhvr additive="base">
                                        <p:cTn id="28" dur="800" fill="hold" decel="100000"/>
                                        <p:tgtEl>
                                          <p:spTgt spid="7"/>
                                        </p:tgtEl>
                                        <p:attrNameLst>
                                          <p:attrName>ppt_x</p:attrName>
                                        </p:attrNameLst>
                                      </p:cBhvr>
                                      <p:tavLst>
                                        <p:tav tm="0">
                                          <p:val>
                                            <p:strVal val="#ppt_x"/>
                                          </p:val>
                                        </p:tav>
                                        <p:tav tm="100000">
                                          <p:val>
                                            <p:strVal val="#ppt_x"/>
                                          </p:val>
                                        </p:tav>
                                      </p:tavLst>
                                    </p:anim>
                                    <p:anim calcmode="lin" valueType="num">
                                      <p:cBhvr additive="base">
                                        <p:cTn id="29" dur="800" fill="hold" decel="100000"/>
                                        <p:tgtEl>
                                          <p:spTgt spid="7"/>
                                        </p:tgtEl>
                                        <p:attrNameLst>
                                          <p:attrName>ppt_y</p:attrName>
                                        </p:attrNameLst>
                                      </p:cBhvr>
                                      <p:tavLst>
                                        <p:tav tm="0">
                                          <p:val>
                                            <p:strVal val="#ppt_y+.04"/>
                                          </p:val>
                                        </p:tav>
                                        <p:tav tm="100000">
                                          <p:val>
                                            <p:strVal val="#ppt_y"/>
                                          </p:val>
                                        </p:tav>
                                      </p:tavLst>
                                    </p:anim>
                                  </p:childTnLst>
                                </p:cTn>
                              </p:par>
                              <p:par>
                                <p:cTn id="35" presetID="42" presetClass="entr" presetSubtype="0" fill="hold" nodeType="withEffect">
                                  <p:stCondLst>
                                    <p:cond delay="56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800"/>
                                        <p:tgtEl>
                                          <p:spTgt spid="8"/>
                                        </p:tgtEl>
                                      </p:cBhvr>
                                    </p:animEffect>
                                    <p:anim calcmode="lin" valueType="num">
                                      <p:cBhvr additive="base">
                                        <p:cTn id="33" dur="800" fill="hold" decel="100000"/>
                                        <p:tgtEl>
                                          <p:spTgt spid="8"/>
                                        </p:tgtEl>
                                        <p:attrNameLst>
                                          <p:attrName>ppt_x</p:attrName>
                                        </p:attrNameLst>
                                      </p:cBhvr>
                                      <p:tavLst>
                                        <p:tav tm="0">
                                          <p:val>
                                            <p:strVal val="#ppt_x"/>
                                          </p:val>
                                        </p:tav>
                                        <p:tav tm="100000">
                                          <p:val>
                                            <p:strVal val="#ppt_x"/>
                                          </p:val>
                                        </p:tav>
                                      </p:tavLst>
                                    </p:anim>
                                    <p:anim calcmode="lin" valueType="num">
                                      <p:cBhvr additive="base">
                                        <p:cTn id="34" dur="800" fill="hold" decel="100000"/>
                                        <p:tgtEl>
                                          <p:spTgt spid="8"/>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0" descr="receipt">    </p:cNvPr>
          <p:cNvPicPr>
            <a:picLocks noChangeAspect="1"/>
          </p:cNvPicPr>
          <p:nvPr/>
        </p:nvPicPr>
        <p:blipFill>
          <a:blip r:embed="rId2"/>
          <a:stretch>
            <a:fillRect/>
          </a:stretch>
        </p:blipFill>
        <p:spPr>
          <a:xfrm>
            <a:off x="654070" y="1435059"/>
            <a:ext cx="4025829" cy="4178168"/>
          </a:xfrm>
          <a:prstGeom prst="rect">
            <a:avLst/>
          </a:prstGeom>
        </p:spPr>
      </p:pic>
      <p:pic>
        <p:nvPicPr>
          <p:cNvPr id="3" name="L1" descr="headline rv">    </p:cNvPr>
          <p:cNvPicPr>
            <a:picLocks noChangeAspect="1"/>
          </p:cNvPicPr>
          <p:nvPr/>
        </p:nvPicPr>
        <p:blipFill>
          <a:blip r:embed="rId3"/>
          <a:stretch>
            <a:fillRect/>
          </a:stretch>
        </p:blipFill>
        <p:spPr>
          <a:xfrm>
            <a:off x="5270327" y="1644640"/>
            <a:ext cx="6159307" cy="1123889"/>
          </a:xfrm>
          <a:prstGeom prst="rect">
            <a:avLst/>
          </a:prstGeom>
        </p:spPr>
      </p:pic>
      <p:pic>
        <p:nvPicPr>
          <p:cNvPr id="4" name="L2" descr="eats rv">    </p:cNvPr>
          <p:cNvPicPr>
            <a:picLocks noChangeAspect="1"/>
          </p:cNvPicPr>
          <p:nvPr/>
        </p:nvPicPr>
        <p:blipFill>
          <a:blip r:embed="rId4"/>
          <a:stretch>
            <a:fillRect/>
          </a:stretch>
        </p:blipFill>
        <p:spPr>
          <a:xfrm>
            <a:off x="5270327" y="3016148"/>
            <a:ext cx="6159307" cy="2387498"/>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16" fill="hold">
                      <p:stCondLst>
                        <p:cond delay="indefinite"/>
                        <p:cond evt="onBegin" delay="0">
                          <p:tn val="2"/>
                        </p:cond>
                      </p:stCondLst>
                      <p:childTnLst>
                        <p:par>
                          <p:cTn id="17" fill="hold">
                            <p:stCondLst>
                              <p:cond delay="0"/>
                            </p:stCondLst>
                            <p:childTnLst>
                              <p:par>
                                <p:cTn id="5" presetID="22" presetClass="entr" presetSubtype="1" fill="hold" nodeType="afterEffect">
                                  <p:stCondLst>
                                    <p:cond delay="250"/>
                                  </p:stCondLst>
                                  <p:childTnLst>
                                    <p:set>
                                      <p:cBhvr>
                                        <p:cTn id="3" dur="1" fill="hold">
                                          <p:stCondLst>
                                            <p:cond delay="0"/>
                                          </p:stCondLst>
                                        </p:cTn>
                                        <p:tgtEl>
                                          <p:spTgt spid="2"/>
                                        </p:tgtEl>
                                        <p:attrNameLst>
                                          <p:attrName>style.visibility</p:attrName>
                                        </p:attrNameLst>
                                      </p:cBhvr>
                                      <p:to>
                                        <p:strVal val="visible"/>
                                      </p:to>
                                    </p:set>
                                    <p:animEffect transition="in" filter="wipe(up)">
                                      <p:cBhvr>
                                        <p:cTn id="4" dur="1100"/>
                                        <p:tgtEl>
                                          <p:spTgt spid="2"/>
                                        </p:tgtEl>
                                      </p:cBhvr>
                                    </p:animEffect>
                                  </p:childTnLst>
                                </p:cTn>
                              </p:par>
                              <p:par>
                                <p:cTn id="10" presetID="42" presetClass="entr" presetSubtype="0" fill="hold" nodeType="withEffect">
                                  <p:stCondLst>
                                    <p:cond delay="2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p:tgtEl>
                                          <p:spTgt spid="3"/>
                                        </p:tgtEl>
                                      </p:cBhvr>
                                    </p:animEffect>
                                    <p:anim calcmode="lin" valueType="num">
                                      <p:cBhvr additive="base">
                                        <p:cTn id="8" dur="800" fill="hold" decel="100000"/>
                                        <p:tgtEl>
                                          <p:spTgt spid="3"/>
                                        </p:tgtEl>
                                        <p:attrNameLst>
                                          <p:attrName>ppt_x</p:attrName>
                                        </p:attrNameLst>
                                      </p:cBhvr>
                                      <p:tavLst>
                                        <p:tav tm="0">
                                          <p:val>
                                            <p:strVal val="#ppt_x"/>
                                          </p:val>
                                        </p:tav>
                                        <p:tav tm="100000">
                                          <p:val>
                                            <p:strVal val="#ppt_x"/>
                                          </p:val>
                                        </p:tav>
                                      </p:tavLst>
                                    </p:anim>
                                    <p:anim calcmode="lin" valueType="num">
                                      <p:cBhvr additive="base">
                                        <p:cTn id="9" dur="800" fill="hold" decel="100000"/>
                                        <p:tgtEl>
                                          <p:spTgt spid="3"/>
                                        </p:tgtEl>
                                        <p:attrNameLst>
                                          <p:attrName>ppt_y</p:attrName>
                                        </p:attrNameLst>
                                      </p:cBhvr>
                                      <p:tavLst>
                                        <p:tav tm="0">
                                          <p:val>
                                            <p:strVal val="#ppt_y+.04"/>
                                          </p:val>
                                        </p:tav>
                                        <p:tav tm="100000">
                                          <p:val>
                                            <p:strVal val="#ppt_y"/>
                                          </p:val>
                                        </p:tav>
                                      </p:tavLst>
                                    </p:anim>
                                  </p:childTnLst>
                                </p:cTn>
                              </p:par>
                              <p:par>
                                <p:cTn id="15" presetID="42" presetClass="entr" presetSubtype="0" fill="hold" nodeType="withEffect">
                                  <p:stCondLst>
                                    <p:cond delay="29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800"/>
                                        <p:tgtEl>
                                          <p:spTgt spid="4"/>
                                        </p:tgtEl>
                                      </p:cBhvr>
                                    </p:animEffect>
                                    <p:anim calcmode="lin" valueType="num">
                                      <p:cBhvr additive="base">
                                        <p:cTn id="13" dur="800" fill="hold" decel="100000"/>
                                        <p:tgtEl>
                                          <p:spTgt spid="4"/>
                                        </p:tgtEl>
                                        <p:attrNameLst>
                                          <p:attrName>ppt_x</p:attrName>
                                        </p:attrNameLst>
                                      </p:cBhvr>
                                      <p:tavLst>
                                        <p:tav tm="0">
                                          <p:val>
                                            <p:strVal val="#ppt_x"/>
                                          </p:val>
                                        </p:tav>
                                        <p:tav tm="100000">
                                          <p:val>
                                            <p:strVal val="#ppt_x"/>
                                          </p:val>
                                        </p:tav>
                                      </p:tavLst>
                                    </p:anim>
                                    <p:anim calcmode="lin" valueType="num">
                                      <p:cBhvr additive="base">
                                        <p:cTn id="14" dur="800" fill="hold" decel="100000"/>
                                        <p:tgtEl>
                                          <p:spTgt spid="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0" descr="headline rv">    </p:cNvPr>
          <p:cNvPicPr>
            <a:picLocks noChangeAspect="1"/>
          </p:cNvPicPr>
          <p:nvPr/>
        </p:nvPicPr>
        <p:blipFill>
          <a:blip r:embed="rId2"/>
          <a:stretch>
            <a:fillRect/>
          </a:stretch>
        </p:blipFill>
        <p:spPr>
          <a:xfrm>
            <a:off x="761970" y="952439"/>
            <a:ext cx="10667756" cy="558790"/>
          </a:xfrm>
          <a:prstGeom prst="rect">
            <a:avLst/>
          </a:prstGeom>
        </p:spPr>
      </p:pic>
      <p:pic>
        <p:nvPicPr>
          <p:cNvPr id="3" name="L1" descr="hang rv">    </p:cNvPr>
          <p:cNvPicPr>
            <a:picLocks noChangeAspect="1"/>
          </p:cNvPicPr>
          <p:nvPr/>
        </p:nvPicPr>
        <p:blipFill>
          <a:blip r:embed="rId3"/>
          <a:stretch>
            <a:fillRect/>
          </a:stretch>
        </p:blipFill>
        <p:spPr>
          <a:xfrm>
            <a:off x="761970" y="1866839"/>
            <a:ext cx="3441619" cy="3974988"/>
          </a:xfrm>
          <a:prstGeom prst="rect">
            <a:avLst/>
          </a:prstGeom>
        </p:spPr>
      </p:pic>
      <p:pic>
        <p:nvPicPr>
          <p:cNvPr id="4" name="L2" descr="hang rv">    </p:cNvPr>
          <p:cNvPicPr>
            <a:picLocks noChangeAspect="1"/>
          </p:cNvPicPr>
          <p:nvPr/>
        </p:nvPicPr>
        <p:blipFill>
          <a:blip r:embed="rId4"/>
          <a:stretch>
            <a:fillRect/>
          </a:stretch>
        </p:blipFill>
        <p:spPr>
          <a:xfrm>
            <a:off x="4375038" y="1866839"/>
            <a:ext cx="3441619" cy="3974988"/>
          </a:xfrm>
          <a:prstGeom prst="rect">
            <a:avLst/>
          </a:prstGeom>
        </p:spPr>
      </p:pic>
      <p:pic>
        <p:nvPicPr>
          <p:cNvPr id="5" name="L3" descr="hang rv">    </p:cNvPr>
          <p:cNvPicPr>
            <a:picLocks noChangeAspect="1"/>
          </p:cNvPicPr>
          <p:nvPr/>
        </p:nvPicPr>
        <p:blipFill>
          <a:blip r:embed="rId5"/>
          <a:stretch>
            <a:fillRect/>
          </a:stretch>
        </p:blipFill>
        <p:spPr>
          <a:xfrm>
            <a:off x="7988107" y="1866839"/>
            <a:ext cx="3441619" cy="3974988"/>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23" fill="hold">
                      <p:stCondLst>
                        <p:cond delay="indefinite"/>
                        <p:cond evt="onBegin" delay="0">
                          <p:tn val="2"/>
                        </p:cond>
                      </p:stCondLst>
                      <p:childTnLst>
                        <p:par>
                          <p:cTn id="24" fill="hold">
                            <p:stCondLst>
                              <p:cond delay="0"/>
                            </p:stCondLst>
                            <p:childTnLst>
                              <p:par>
                                <p:cTn id="7" presetID="42" presetClass="entr" presetSubtype="0" fill="hold" nodeType="afterEffect">
                                  <p:stCondLst>
                                    <p:cond delay="200"/>
                                  </p:stCondLst>
                                  <p:childTnLst>
                                    <p:set>
                                      <p:cBhvr>
                                        <p:cTn id="3" dur="1" fill="hold">
                                          <p:stCondLst>
                                            <p:cond delay="0"/>
                                          </p:stCondLst>
                                        </p:cTn>
                                        <p:tgtEl>
                                          <p:spTgt spid="2"/>
                                        </p:tgtEl>
                                        <p:attrNameLst>
                                          <p:attrName>style.visibility</p:attrName>
                                        </p:attrNameLst>
                                      </p:cBhvr>
                                      <p:to>
                                        <p:strVal val="visible"/>
                                      </p:to>
                                    </p:set>
                                    <p:animEffect transition="in" filter="fade">
                                      <p:cBhvr>
                                        <p:cTn id="4" dur="800"/>
                                        <p:tgtEl>
                                          <p:spTgt spid="2"/>
                                        </p:tgtEl>
                                      </p:cBhvr>
                                    </p:animEffect>
                                    <p:anim calcmode="lin" valueType="num">
                                      <p:cBhvr additive="base">
                                        <p:cTn id="5" dur="800" fill="hold" decel="100000"/>
                                        <p:tgtEl>
                                          <p:spTgt spid="2"/>
                                        </p:tgtEl>
                                        <p:attrNameLst>
                                          <p:attrName>ppt_x</p:attrName>
                                        </p:attrNameLst>
                                      </p:cBhvr>
                                      <p:tavLst>
                                        <p:tav tm="0">
                                          <p:val>
                                            <p:strVal val="#ppt_x"/>
                                          </p:val>
                                        </p:tav>
                                        <p:tav tm="100000">
                                          <p:val>
                                            <p:strVal val="#ppt_x"/>
                                          </p:val>
                                        </p:tav>
                                      </p:tavLst>
                                    </p:anim>
                                    <p:anim calcmode="lin" valueType="num">
                                      <p:cBhvr additive="base">
                                        <p:cTn id="6" dur="800" fill="hold" decel="100000"/>
                                        <p:tgtEl>
                                          <p:spTgt spid="2"/>
                                        </p:tgtEl>
                                        <p:attrNameLst>
                                          <p:attrName>ppt_y</p:attrName>
                                        </p:attrNameLst>
                                      </p:cBhvr>
                                      <p:tavLst>
                                        <p:tav tm="0">
                                          <p:val>
                                            <p:strVal val="#ppt_y+.04"/>
                                          </p:val>
                                        </p:tav>
                                        <p:tav tm="100000">
                                          <p:val>
                                            <p:strVal val="#ppt_y"/>
                                          </p:val>
                                        </p:tav>
                                      </p:tavLst>
                                    </p:anim>
                                  </p:childTnLst>
                                </p:cTn>
                              </p:par>
                              <p:par>
                                <p:cTn id="12" presetID="42" presetClass="entr" presetSubtype="0" fill="hold" nodeType="withEffect">
                                  <p:stCondLst>
                                    <p:cond delay="29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800"/>
                                        <p:tgtEl>
                                          <p:spTgt spid="3"/>
                                        </p:tgtEl>
                                      </p:cBhvr>
                                    </p:animEffect>
                                    <p:anim calcmode="lin" valueType="num">
                                      <p:cBhvr additive="base">
                                        <p:cTn id="10" dur="800" fill="hold" decel="100000"/>
                                        <p:tgtEl>
                                          <p:spTgt spid="3"/>
                                        </p:tgtEl>
                                        <p:attrNameLst>
                                          <p:attrName>ppt_x</p:attrName>
                                        </p:attrNameLst>
                                      </p:cBhvr>
                                      <p:tavLst>
                                        <p:tav tm="0">
                                          <p:val>
                                            <p:strVal val="#ppt_x"/>
                                          </p:val>
                                        </p:tav>
                                        <p:tav tm="100000">
                                          <p:val>
                                            <p:strVal val="#ppt_x"/>
                                          </p:val>
                                        </p:tav>
                                      </p:tavLst>
                                    </p:anim>
                                    <p:anim calcmode="lin" valueType="num">
                                      <p:cBhvr additive="base">
                                        <p:cTn id="11" dur="800" fill="hold" decel="100000"/>
                                        <p:tgtEl>
                                          <p:spTgt spid="3"/>
                                        </p:tgtEl>
                                        <p:attrNameLst>
                                          <p:attrName>ppt_y</p:attrName>
                                        </p:attrNameLst>
                                      </p:cBhvr>
                                      <p:tavLst>
                                        <p:tav tm="0">
                                          <p:val>
                                            <p:strVal val="#ppt_y+.04"/>
                                          </p:val>
                                        </p:tav>
                                        <p:tav tm="100000">
                                          <p:val>
                                            <p:strVal val="#ppt_y"/>
                                          </p:val>
                                        </p:tav>
                                      </p:tavLst>
                                    </p:anim>
                                  </p:childTnLst>
                                </p:cTn>
                              </p:par>
                              <p:par>
                                <p:cTn id="17" presetID="42" presetClass="entr" presetSubtype="0" fill="hold" nodeType="withEffect">
                                  <p:stCondLst>
                                    <p:cond delay="38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800"/>
                                        <p:tgtEl>
                                          <p:spTgt spid="4"/>
                                        </p:tgtEl>
                                      </p:cBhvr>
                                    </p:animEffect>
                                    <p:anim calcmode="lin" valueType="num">
                                      <p:cBhvr additive="base">
                                        <p:cTn id="15" dur="800" fill="hold" decel="100000"/>
                                        <p:tgtEl>
                                          <p:spTgt spid="4"/>
                                        </p:tgtEl>
                                        <p:attrNameLst>
                                          <p:attrName>ppt_x</p:attrName>
                                        </p:attrNameLst>
                                      </p:cBhvr>
                                      <p:tavLst>
                                        <p:tav tm="0">
                                          <p:val>
                                            <p:strVal val="#ppt_x"/>
                                          </p:val>
                                        </p:tav>
                                        <p:tav tm="100000">
                                          <p:val>
                                            <p:strVal val="#ppt_x"/>
                                          </p:val>
                                        </p:tav>
                                      </p:tavLst>
                                    </p:anim>
                                    <p:anim calcmode="lin" valueType="num">
                                      <p:cBhvr additive="base">
                                        <p:cTn id="16" dur="800" fill="hold" decel="100000"/>
                                        <p:tgtEl>
                                          <p:spTgt spid="4"/>
                                        </p:tgtEl>
                                        <p:attrNameLst>
                                          <p:attrName>ppt_y</p:attrName>
                                        </p:attrNameLst>
                                      </p:cBhvr>
                                      <p:tavLst>
                                        <p:tav tm="0">
                                          <p:val>
                                            <p:strVal val="#ppt_y+.04"/>
                                          </p:val>
                                        </p:tav>
                                        <p:tav tm="100000">
                                          <p:val>
                                            <p:strVal val="#ppt_y"/>
                                          </p:val>
                                        </p:tav>
                                      </p:tavLst>
                                    </p:anim>
                                  </p:childTnLst>
                                </p:cTn>
                              </p:par>
                              <p:par>
                                <p:cTn id="22" presetID="42" presetClass="entr" presetSubtype="0" fill="hold" nodeType="withEffect">
                                  <p:stCondLst>
                                    <p:cond delay="47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800"/>
                                        <p:tgtEl>
                                          <p:spTgt spid="5"/>
                                        </p:tgtEl>
                                      </p:cBhvr>
                                    </p:animEffect>
                                    <p:anim calcmode="lin" valueType="num">
                                      <p:cBhvr additive="base">
                                        <p:cTn id="20" dur="800" fill="hold" decel="100000"/>
                                        <p:tgtEl>
                                          <p:spTgt spid="5"/>
                                        </p:tgtEl>
                                        <p:attrNameLst>
                                          <p:attrName>ppt_x</p:attrName>
                                        </p:attrNameLst>
                                      </p:cBhvr>
                                      <p:tavLst>
                                        <p:tav tm="0">
                                          <p:val>
                                            <p:strVal val="#ppt_x"/>
                                          </p:val>
                                        </p:tav>
                                        <p:tav tm="100000">
                                          <p:val>
                                            <p:strVal val="#ppt_x"/>
                                          </p:val>
                                        </p:tav>
                                      </p:tavLst>
                                    </p:anim>
                                    <p:anim calcmode="lin" valueType="num">
                                      <p:cBhvr additive="base">
                                        <p:cTn id="21" dur="800" fill="hold" decel="100000"/>
                                        <p:tgtEl>
                                          <p:spTgt spid="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0" descr="headline rv">    </p:cNvPr>
          <p:cNvPicPr>
            <a:picLocks noChangeAspect="1"/>
          </p:cNvPicPr>
          <p:nvPr/>
        </p:nvPicPr>
        <p:blipFill>
          <a:blip r:embed="rId2"/>
          <a:stretch>
            <a:fillRect/>
          </a:stretch>
        </p:blipFill>
        <p:spPr>
          <a:xfrm>
            <a:off x="761970" y="952439"/>
            <a:ext cx="4533778" cy="558790"/>
          </a:xfrm>
          <a:prstGeom prst="rect">
            <a:avLst/>
          </a:prstGeom>
        </p:spPr>
      </p:pic>
      <p:pic>
        <p:nvPicPr>
          <p:cNvPr id="3" name="L1" descr="sub rv">    </p:cNvPr>
          <p:cNvPicPr>
            <a:picLocks noChangeAspect="1"/>
          </p:cNvPicPr>
          <p:nvPr/>
        </p:nvPicPr>
        <p:blipFill>
          <a:blip r:embed="rId3"/>
          <a:stretch>
            <a:fillRect/>
          </a:stretch>
        </p:blipFill>
        <p:spPr>
          <a:xfrm>
            <a:off x="761970" y="1600200"/>
            <a:ext cx="4533778" cy="215890"/>
          </a:xfrm>
          <a:prstGeom prst="rect">
            <a:avLst/>
          </a:prstGeom>
        </p:spPr>
      </p:pic>
      <p:pic>
        <p:nvPicPr>
          <p:cNvPr id="4" name="L2" descr="picks-by rv">    </p:cNvPr>
          <p:cNvPicPr>
            <a:picLocks noChangeAspect="1"/>
          </p:cNvPicPr>
          <p:nvPr/>
        </p:nvPicPr>
        <p:blipFill>
          <a:blip r:embed="rId4"/>
          <a:stretch>
            <a:fillRect/>
          </a:stretch>
        </p:blipFill>
        <p:spPr>
          <a:xfrm>
            <a:off x="10166116" y="1581089"/>
            <a:ext cx="1263609" cy="234909"/>
          </a:xfrm>
          <a:prstGeom prst="rect">
            <a:avLst/>
          </a:prstGeom>
        </p:spPr>
      </p:pic>
      <p:pic>
        <p:nvPicPr>
          <p:cNvPr id="5" name="L3" descr="pick rv">    </p:cNvPr>
          <p:cNvPicPr>
            <a:picLocks noChangeAspect="1"/>
          </p:cNvPicPr>
          <p:nvPr/>
        </p:nvPicPr>
        <p:blipFill>
          <a:blip r:embed="rId5"/>
          <a:stretch>
            <a:fillRect/>
          </a:stretch>
        </p:blipFill>
        <p:spPr>
          <a:xfrm>
            <a:off x="761970" y="2222449"/>
            <a:ext cx="2552639" cy="2057309"/>
          </a:xfrm>
          <a:prstGeom prst="rect">
            <a:avLst/>
          </a:prstGeom>
        </p:spPr>
      </p:pic>
      <p:pic>
        <p:nvPicPr>
          <p:cNvPr id="6" name="L4" descr="pick rv">    </p:cNvPr>
          <p:cNvPicPr>
            <a:picLocks noChangeAspect="1"/>
          </p:cNvPicPr>
          <p:nvPr/>
        </p:nvPicPr>
        <p:blipFill>
          <a:blip r:embed="rId6"/>
          <a:stretch>
            <a:fillRect/>
          </a:stretch>
        </p:blipFill>
        <p:spPr>
          <a:xfrm>
            <a:off x="3467039" y="2222449"/>
            <a:ext cx="2552639" cy="2057309"/>
          </a:xfrm>
          <a:prstGeom prst="rect">
            <a:avLst/>
          </a:prstGeom>
        </p:spPr>
      </p:pic>
      <p:pic>
        <p:nvPicPr>
          <p:cNvPr id="7" name="L5" descr="pick rv">    </p:cNvPr>
          <p:cNvPicPr>
            <a:picLocks noChangeAspect="1"/>
          </p:cNvPicPr>
          <p:nvPr/>
        </p:nvPicPr>
        <p:blipFill>
          <a:blip r:embed="rId7"/>
          <a:stretch>
            <a:fillRect/>
          </a:stretch>
        </p:blipFill>
        <p:spPr>
          <a:xfrm>
            <a:off x="6172017" y="2222449"/>
            <a:ext cx="2552639" cy="2057309"/>
          </a:xfrm>
          <a:prstGeom prst="rect">
            <a:avLst/>
          </a:prstGeom>
        </p:spPr>
      </p:pic>
      <p:pic>
        <p:nvPicPr>
          <p:cNvPr id="8" name="L6" descr="pick rv">    </p:cNvPr>
          <p:cNvPicPr>
            <a:picLocks noChangeAspect="1"/>
          </p:cNvPicPr>
          <p:nvPr/>
        </p:nvPicPr>
        <p:blipFill>
          <a:blip r:embed="rId8"/>
          <a:stretch>
            <a:fillRect/>
          </a:stretch>
        </p:blipFill>
        <p:spPr>
          <a:xfrm>
            <a:off x="8877087" y="2222449"/>
            <a:ext cx="2552639" cy="2057309"/>
          </a:xfrm>
          <a:prstGeom prst="rect">
            <a:avLst/>
          </a:prstGeom>
        </p:spPr>
      </p:pic>
      <p:pic>
        <p:nvPicPr>
          <p:cNvPr id="9" name="L7" descr="pick rv">    </p:cNvPr>
          <p:cNvPicPr>
            <a:picLocks noChangeAspect="1"/>
          </p:cNvPicPr>
          <p:nvPr/>
        </p:nvPicPr>
        <p:blipFill>
          <a:blip r:embed="rId9"/>
          <a:stretch>
            <a:fillRect/>
          </a:stretch>
        </p:blipFill>
        <p:spPr>
          <a:xfrm>
            <a:off x="761970" y="4432188"/>
            <a:ext cx="3454329" cy="1714500"/>
          </a:xfrm>
          <a:prstGeom prst="rect">
            <a:avLst/>
          </a:prstGeom>
        </p:spPr>
      </p:pic>
      <p:pic>
        <p:nvPicPr>
          <p:cNvPr id="10" name="L8" descr="pick rv">    </p:cNvPr>
          <p:cNvPicPr>
            <a:picLocks noChangeAspect="1"/>
          </p:cNvPicPr>
          <p:nvPr/>
        </p:nvPicPr>
        <p:blipFill>
          <a:blip r:embed="rId10"/>
          <a:stretch>
            <a:fillRect/>
          </a:stretch>
        </p:blipFill>
        <p:spPr>
          <a:xfrm>
            <a:off x="4368729" y="4432188"/>
            <a:ext cx="3454329" cy="1714500"/>
          </a:xfrm>
          <a:prstGeom prst="rect">
            <a:avLst/>
          </a:prstGeom>
        </p:spPr>
      </p:pic>
      <p:pic>
        <p:nvPicPr>
          <p:cNvPr id="11" name="L9" descr="pick rv">    </p:cNvPr>
          <p:cNvPicPr>
            <a:picLocks noChangeAspect="1"/>
          </p:cNvPicPr>
          <p:nvPr/>
        </p:nvPicPr>
        <p:blipFill>
          <a:blip r:embed="rId11"/>
          <a:stretch>
            <a:fillRect/>
          </a:stretch>
        </p:blipFill>
        <p:spPr>
          <a:xfrm>
            <a:off x="7975397" y="4432188"/>
            <a:ext cx="3454329" cy="171450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53" fill="hold">
                      <p:stCondLst>
                        <p:cond delay="indefinite"/>
                        <p:cond evt="onBegin" delay="0">
                          <p:tn val="2"/>
                        </p:cond>
                      </p:stCondLst>
                      <p:childTnLst>
                        <p:par>
                          <p:cTn id="54" fill="hold">
                            <p:stCondLst>
                              <p:cond delay="0"/>
                            </p:stCondLst>
                            <p:childTnLst>
                              <p:par>
                                <p:cTn id="7" presetID="42" presetClass="entr" presetSubtype="0" fill="hold" nodeType="afterEffect">
                                  <p:stCondLst>
                                    <p:cond delay="200"/>
                                  </p:stCondLst>
                                  <p:childTnLst>
                                    <p:set>
                                      <p:cBhvr>
                                        <p:cTn id="3" dur="1" fill="hold">
                                          <p:stCondLst>
                                            <p:cond delay="0"/>
                                          </p:stCondLst>
                                        </p:cTn>
                                        <p:tgtEl>
                                          <p:spTgt spid="2"/>
                                        </p:tgtEl>
                                        <p:attrNameLst>
                                          <p:attrName>style.visibility</p:attrName>
                                        </p:attrNameLst>
                                      </p:cBhvr>
                                      <p:to>
                                        <p:strVal val="visible"/>
                                      </p:to>
                                    </p:set>
                                    <p:animEffect transition="in" filter="fade">
                                      <p:cBhvr>
                                        <p:cTn id="4" dur="800"/>
                                        <p:tgtEl>
                                          <p:spTgt spid="2"/>
                                        </p:tgtEl>
                                      </p:cBhvr>
                                    </p:animEffect>
                                    <p:anim calcmode="lin" valueType="num">
                                      <p:cBhvr additive="base">
                                        <p:cTn id="5" dur="800" fill="hold" decel="100000"/>
                                        <p:tgtEl>
                                          <p:spTgt spid="2"/>
                                        </p:tgtEl>
                                        <p:attrNameLst>
                                          <p:attrName>ppt_x</p:attrName>
                                        </p:attrNameLst>
                                      </p:cBhvr>
                                      <p:tavLst>
                                        <p:tav tm="0">
                                          <p:val>
                                            <p:strVal val="#ppt_x"/>
                                          </p:val>
                                        </p:tav>
                                        <p:tav tm="100000">
                                          <p:val>
                                            <p:strVal val="#ppt_x"/>
                                          </p:val>
                                        </p:tav>
                                      </p:tavLst>
                                    </p:anim>
                                    <p:anim calcmode="lin" valueType="num">
                                      <p:cBhvr additive="base">
                                        <p:cTn id="6" dur="800" fill="hold" decel="100000"/>
                                        <p:tgtEl>
                                          <p:spTgt spid="2"/>
                                        </p:tgtEl>
                                        <p:attrNameLst>
                                          <p:attrName>ppt_y</p:attrName>
                                        </p:attrNameLst>
                                      </p:cBhvr>
                                      <p:tavLst>
                                        <p:tav tm="0">
                                          <p:val>
                                            <p:strVal val="#ppt_y+.04"/>
                                          </p:val>
                                        </p:tav>
                                        <p:tav tm="100000">
                                          <p:val>
                                            <p:strVal val="#ppt_y"/>
                                          </p:val>
                                        </p:tav>
                                      </p:tavLst>
                                    </p:anim>
                                  </p:childTnLst>
                                </p:cTn>
                              </p:par>
                              <p:par>
                                <p:cTn id="12" presetID="42" presetClass="entr" presetSubtype="0" fill="hold" nodeType="withEffect">
                                  <p:stCondLst>
                                    <p:cond delay="29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800"/>
                                        <p:tgtEl>
                                          <p:spTgt spid="3"/>
                                        </p:tgtEl>
                                      </p:cBhvr>
                                    </p:animEffect>
                                    <p:anim calcmode="lin" valueType="num">
                                      <p:cBhvr additive="base">
                                        <p:cTn id="10" dur="800" fill="hold" decel="100000"/>
                                        <p:tgtEl>
                                          <p:spTgt spid="3"/>
                                        </p:tgtEl>
                                        <p:attrNameLst>
                                          <p:attrName>ppt_x</p:attrName>
                                        </p:attrNameLst>
                                      </p:cBhvr>
                                      <p:tavLst>
                                        <p:tav tm="0">
                                          <p:val>
                                            <p:strVal val="#ppt_x"/>
                                          </p:val>
                                        </p:tav>
                                        <p:tav tm="100000">
                                          <p:val>
                                            <p:strVal val="#ppt_x"/>
                                          </p:val>
                                        </p:tav>
                                      </p:tavLst>
                                    </p:anim>
                                    <p:anim calcmode="lin" valueType="num">
                                      <p:cBhvr additive="base">
                                        <p:cTn id="11" dur="800" fill="hold" decel="100000"/>
                                        <p:tgtEl>
                                          <p:spTgt spid="3"/>
                                        </p:tgtEl>
                                        <p:attrNameLst>
                                          <p:attrName>ppt_y</p:attrName>
                                        </p:attrNameLst>
                                      </p:cBhvr>
                                      <p:tavLst>
                                        <p:tav tm="0">
                                          <p:val>
                                            <p:strVal val="#ppt_y+.04"/>
                                          </p:val>
                                        </p:tav>
                                        <p:tav tm="100000">
                                          <p:val>
                                            <p:strVal val="#ppt_y"/>
                                          </p:val>
                                        </p:tav>
                                      </p:tavLst>
                                    </p:anim>
                                  </p:childTnLst>
                                </p:cTn>
                              </p:par>
                              <p:par>
                                <p:cTn id="17" presetID="42" presetClass="entr" presetSubtype="0" fill="hold" nodeType="withEffect">
                                  <p:stCondLst>
                                    <p:cond delay="29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800"/>
                                        <p:tgtEl>
                                          <p:spTgt spid="4"/>
                                        </p:tgtEl>
                                      </p:cBhvr>
                                    </p:animEffect>
                                    <p:anim calcmode="lin" valueType="num">
                                      <p:cBhvr additive="base">
                                        <p:cTn id="15" dur="800" fill="hold" decel="100000"/>
                                        <p:tgtEl>
                                          <p:spTgt spid="4"/>
                                        </p:tgtEl>
                                        <p:attrNameLst>
                                          <p:attrName>ppt_x</p:attrName>
                                        </p:attrNameLst>
                                      </p:cBhvr>
                                      <p:tavLst>
                                        <p:tav tm="0">
                                          <p:val>
                                            <p:strVal val="#ppt_x"/>
                                          </p:val>
                                        </p:tav>
                                        <p:tav tm="100000">
                                          <p:val>
                                            <p:strVal val="#ppt_x"/>
                                          </p:val>
                                        </p:tav>
                                      </p:tavLst>
                                    </p:anim>
                                    <p:anim calcmode="lin" valueType="num">
                                      <p:cBhvr additive="base">
                                        <p:cTn id="16" dur="800" fill="hold" decel="100000"/>
                                        <p:tgtEl>
                                          <p:spTgt spid="4"/>
                                        </p:tgtEl>
                                        <p:attrNameLst>
                                          <p:attrName>ppt_y</p:attrName>
                                        </p:attrNameLst>
                                      </p:cBhvr>
                                      <p:tavLst>
                                        <p:tav tm="0">
                                          <p:val>
                                            <p:strVal val="#ppt_y+.04"/>
                                          </p:val>
                                        </p:tav>
                                        <p:tav tm="100000">
                                          <p:val>
                                            <p:strVal val="#ppt_y"/>
                                          </p:val>
                                        </p:tav>
                                      </p:tavLst>
                                    </p:anim>
                                  </p:childTnLst>
                                </p:cTn>
                              </p:par>
                              <p:par>
                                <p:cTn id="22" presetID="42" presetClass="entr" presetSubtype="0" fill="hold" nodeType="withEffect">
                                  <p:stCondLst>
                                    <p:cond delay="38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800"/>
                                        <p:tgtEl>
                                          <p:spTgt spid="5"/>
                                        </p:tgtEl>
                                      </p:cBhvr>
                                    </p:animEffect>
                                    <p:anim calcmode="lin" valueType="num">
                                      <p:cBhvr additive="base">
                                        <p:cTn id="20" dur="800" fill="hold" decel="100000"/>
                                        <p:tgtEl>
                                          <p:spTgt spid="5"/>
                                        </p:tgtEl>
                                        <p:attrNameLst>
                                          <p:attrName>ppt_x</p:attrName>
                                        </p:attrNameLst>
                                      </p:cBhvr>
                                      <p:tavLst>
                                        <p:tav tm="0">
                                          <p:val>
                                            <p:strVal val="#ppt_x"/>
                                          </p:val>
                                        </p:tav>
                                        <p:tav tm="100000">
                                          <p:val>
                                            <p:strVal val="#ppt_x"/>
                                          </p:val>
                                        </p:tav>
                                      </p:tavLst>
                                    </p:anim>
                                    <p:anim calcmode="lin" valueType="num">
                                      <p:cBhvr additive="base">
                                        <p:cTn id="21" dur="800" fill="hold" decel="100000"/>
                                        <p:tgtEl>
                                          <p:spTgt spid="5"/>
                                        </p:tgtEl>
                                        <p:attrNameLst>
                                          <p:attrName>ppt_y</p:attrName>
                                        </p:attrNameLst>
                                      </p:cBhvr>
                                      <p:tavLst>
                                        <p:tav tm="0">
                                          <p:val>
                                            <p:strVal val="#ppt_y+.04"/>
                                          </p:val>
                                        </p:tav>
                                        <p:tav tm="100000">
                                          <p:val>
                                            <p:strVal val="#ppt_y"/>
                                          </p:val>
                                        </p:tav>
                                      </p:tavLst>
                                    </p:anim>
                                  </p:childTnLst>
                                </p:cTn>
                              </p:par>
                              <p:par>
                                <p:cTn id="27" presetID="42" presetClass="entr" presetSubtype="0" fill="hold" nodeType="withEffect">
                                  <p:stCondLst>
                                    <p:cond delay="47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800"/>
                                        <p:tgtEl>
                                          <p:spTgt spid="6"/>
                                        </p:tgtEl>
                                      </p:cBhvr>
                                    </p:animEffect>
                                    <p:anim calcmode="lin" valueType="num">
                                      <p:cBhvr additive="base">
                                        <p:cTn id="25" dur="800" fill="hold" decel="100000"/>
                                        <p:tgtEl>
                                          <p:spTgt spid="6"/>
                                        </p:tgtEl>
                                        <p:attrNameLst>
                                          <p:attrName>ppt_x</p:attrName>
                                        </p:attrNameLst>
                                      </p:cBhvr>
                                      <p:tavLst>
                                        <p:tav tm="0">
                                          <p:val>
                                            <p:strVal val="#ppt_x"/>
                                          </p:val>
                                        </p:tav>
                                        <p:tav tm="100000">
                                          <p:val>
                                            <p:strVal val="#ppt_x"/>
                                          </p:val>
                                        </p:tav>
                                      </p:tavLst>
                                    </p:anim>
                                    <p:anim calcmode="lin" valueType="num">
                                      <p:cBhvr additive="base">
                                        <p:cTn id="26" dur="800" fill="hold" decel="100000"/>
                                        <p:tgtEl>
                                          <p:spTgt spid="6"/>
                                        </p:tgtEl>
                                        <p:attrNameLst>
                                          <p:attrName>ppt_y</p:attrName>
                                        </p:attrNameLst>
                                      </p:cBhvr>
                                      <p:tavLst>
                                        <p:tav tm="0">
                                          <p:val>
                                            <p:strVal val="#ppt_y+.04"/>
                                          </p:val>
                                        </p:tav>
                                        <p:tav tm="100000">
                                          <p:val>
                                            <p:strVal val="#ppt_y"/>
                                          </p:val>
                                        </p:tav>
                                      </p:tavLst>
                                    </p:anim>
                                  </p:childTnLst>
                                </p:cTn>
                              </p:par>
                              <p:par>
                                <p:cTn id="32" presetID="42" presetClass="entr" presetSubtype="0" fill="hold" nodeType="withEffect">
                                  <p:stCondLst>
                                    <p:cond delay="56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800"/>
                                        <p:tgtEl>
                                          <p:spTgt spid="7"/>
                                        </p:tgtEl>
                                      </p:cBhvr>
                                    </p:animEffect>
                                    <p:anim calcmode="lin" valueType="num">
                                      <p:cBhvr additive="base">
                                        <p:cTn id="30" dur="800" fill="hold" decel="100000"/>
                                        <p:tgtEl>
                                          <p:spTgt spid="7"/>
                                        </p:tgtEl>
                                        <p:attrNameLst>
                                          <p:attrName>ppt_x</p:attrName>
                                        </p:attrNameLst>
                                      </p:cBhvr>
                                      <p:tavLst>
                                        <p:tav tm="0">
                                          <p:val>
                                            <p:strVal val="#ppt_x"/>
                                          </p:val>
                                        </p:tav>
                                        <p:tav tm="100000">
                                          <p:val>
                                            <p:strVal val="#ppt_x"/>
                                          </p:val>
                                        </p:tav>
                                      </p:tavLst>
                                    </p:anim>
                                    <p:anim calcmode="lin" valueType="num">
                                      <p:cBhvr additive="base">
                                        <p:cTn id="31" dur="800" fill="hold" decel="100000"/>
                                        <p:tgtEl>
                                          <p:spTgt spid="7"/>
                                        </p:tgtEl>
                                        <p:attrNameLst>
                                          <p:attrName>ppt_y</p:attrName>
                                        </p:attrNameLst>
                                      </p:cBhvr>
                                      <p:tavLst>
                                        <p:tav tm="0">
                                          <p:val>
                                            <p:strVal val="#ppt_y+.04"/>
                                          </p:val>
                                        </p:tav>
                                        <p:tav tm="100000">
                                          <p:val>
                                            <p:strVal val="#ppt_y"/>
                                          </p:val>
                                        </p:tav>
                                      </p:tavLst>
                                    </p:anim>
                                  </p:childTnLst>
                                </p:cTn>
                              </p:par>
                              <p:par>
                                <p:cTn id="37" presetID="42" presetClass="entr" presetSubtype="0" fill="hold" nodeType="withEffect">
                                  <p:stCondLst>
                                    <p:cond delay="65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800"/>
                                        <p:tgtEl>
                                          <p:spTgt spid="8"/>
                                        </p:tgtEl>
                                      </p:cBhvr>
                                    </p:animEffect>
                                    <p:anim calcmode="lin" valueType="num">
                                      <p:cBhvr additive="base">
                                        <p:cTn id="35" dur="800" fill="hold" decel="100000"/>
                                        <p:tgtEl>
                                          <p:spTgt spid="8"/>
                                        </p:tgtEl>
                                        <p:attrNameLst>
                                          <p:attrName>ppt_x</p:attrName>
                                        </p:attrNameLst>
                                      </p:cBhvr>
                                      <p:tavLst>
                                        <p:tav tm="0">
                                          <p:val>
                                            <p:strVal val="#ppt_x"/>
                                          </p:val>
                                        </p:tav>
                                        <p:tav tm="100000">
                                          <p:val>
                                            <p:strVal val="#ppt_x"/>
                                          </p:val>
                                        </p:tav>
                                      </p:tavLst>
                                    </p:anim>
                                    <p:anim calcmode="lin" valueType="num">
                                      <p:cBhvr additive="base">
                                        <p:cTn id="36" dur="800" fill="hold" decel="100000"/>
                                        <p:tgtEl>
                                          <p:spTgt spid="8"/>
                                        </p:tgtEl>
                                        <p:attrNameLst>
                                          <p:attrName>ppt_y</p:attrName>
                                        </p:attrNameLst>
                                      </p:cBhvr>
                                      <p:tavLst>
                                        <p:tav tm="0">
                                          <p:val>
                                            <p:strVal val="#ppt_y+.04"/>
                                          </p:val>
                                        </p:tav>
                                        <p:tav tm="100000">
                                          <p:val>
                                            <p:strVal val="#ppt_y"/>
                                          </p:val>
                                        </p:tav>
                                      </p:tavLst>
                                    </p:anim>
                                  </p:childTnLst>
                                </p:cTn>
                              </p:par>
                              <p:par>
                                <p:cTn id="42" presetID="42" presetClass="entr" presetSubtype="0" fill="hold" nodeType="withEffect">
                                  <p:stCondLst>
                                    <p:cond delay="74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800"/>
                                        <p:tgtEl>
                                          <p:spTgt spid="9"/>
                                        </p:tgtEl>
                                      </p:cBhvr>
                                    </p:animEffect>
                                    <p:anim calcmode="lin" valueType="num">
                                      <p:cBhvr additive="base">
                                        <p:cTn id="40" dur="800" fill="hold" decel="100000"/>
                                        <p:tgtEl>
                                          <p:spTgt spid="9"/>
                                        </p:tgtEl>
                                        <p:attrNameLst>
                                          <p:attrName>ppt_x</p:attrName>
                                        </p:attrNameLst>
                                      </p:cBhvr>
                                      <p:tavLst>
                                        <p:tav tm="0">
                                          <p:val>
                                            <p:strVal val="#ppt_x"/>
                                          </p:val>
                                        </p:tav>
                                        <p:tav tm="100000">
                                          <p:val>
                                            <p:strVal val="#ppt_x"/>
                                          </p:val>
                                        </p:tav>
                                      </p:tavLst>
                                    </p:anim>
                                    <p:anim calcmode="lin" valueType="num">
                                      <p:cBhvr additive="base">
                                        <p:cTn id="41" dur="800" fill="hold" decel="100000"/>
                                        <p:tgtEl>
                                          <p:spTgt spid="9"/>
                                        </p:tgtEl>
                                        <p:attrNameLst>
                                          <p:attrName>ppt_y</p:attrName>
                                        </p:attrNameLst>
                                      </p:cBhvr>
                                      <p:tavLst>
                                        <p:tav tm="0">
                                          <p:val>
                                            <p:strVal val="#ppt_y+.04"/>
                                          </p:val>
                                        </p:tav>
                                        <p:tav tm="100000">
                                          <p:val>
                                            <p:strVal val="#ppt_y"/>
                                          </p:val>
                                        </p:tav>
                                      </p:tavLst>
                                    </p:anim>
                                  </p:childTnLst>
                                </p:cTn>
                              </p:par>
                              <p:par>
                                <p:cTn id="47" presetID="42" presetClass="entr" presetSubtype="0" fill="hold" nodeType="withEffect">
                                  <p:stCondLst>
                                    <p:cond delay="83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800"/>
                                        <p:tgtEl>
                                          <p:spTgt spid="10"/>
                                        </p:tgtEl>
                                      </p:cBhvr>
                                    </p:animEffect>
                                    <p:anim calcmode="lin" valueType="num">
                                      <p:cBhvr additive="base">
                                        <p:cTn id="45" dur="800" fill="hold" decel="100000"/>
                                        <p:tgtEl>
                                          <p:spTgt spid="10"/>
                                        </p:tgtEl>
                                        <p:attrNameLst>
                                          <p:attrName>ppt_x</p:attrName>
                                        </p:attrNameLst>
                                      </p:cBhvr>
                                      <p:tavLst>
                                        <p:tav tm="0">
                                          <p:val>
                                            <p:strVal val="#ppt_x"/>
                                          </p:val>
                                        </p:tav>
                                        <p:tav tm="100000">
                                          <p:val>
                                            <p:strVal val="#ppt_x"/>
                                          </p:val>
                                        </p:tav>
                                      </p:tavLst>
                                    </p:anim>
                                    <p:anim calcmode="lin" valueType="num">
                                      <p:cBhvr additive="base">
                                        <p:cTn id="46" dur="800" fill="hold" decel="100000"/>
                                        <p:tgtEl>
                                          <p:spTgt spid="10"/>
                                        </p:tgtEl>
                                        <p:attrNameLst>
                                          <p:attrName>ppt_y</p:attrName>
                                        </p:attrNameLst>
                                      </p:cBhvr>
                                      <p:tavLst>
                                        <p:tav tm="0">
                                          <p:val>
                                            <p:strVal val="#ppt_y+.04"/>
                                          </p:val>
                                        </p:tav>
                                        <p:tav tm="100000">
                                          <p:val>
                                            <p:strVal val="#ppt_y"/>
                                          </p:val>
                                        </p:tav>
                                      </p:tavLst>
                                    </p:anim>
                                  </p:childTnLst>
                                </p:cTn>
                              </p:par>
                              <p:par>
                                <p:cTn id="52" presetID="42" presetClass="entr" presetSubtype="0" fill="hold" nodeType="withEffect">
                                  <p:stCondLst>
                                    <p:cond delay="92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800"/>
                                        <p:tgtEl>
                                          <p:spTgt spid="11"/>
                                        </p:tgtEl>
                                      </p:cBhvr>
                                    </p:animEffect>
                                    <p:anim calcmode="lin" valueType="num">
                                      <p:cBhvr additive="base">
                                        <p:cTn id="50" dur="800" fill="hold" decel="100000"/>
                                        <p:tgtEl>
                                          <p:spTgt spid="11"/>
                                        </p:tgtEl>
                                        <p:attrNameLst>
                                          <p:attrName>ppt_x</p:attrName>
                                        </p:attrNameLst>
                                      </p:cBhvr>
                                      <p:tavLst>
                                        <p:tav tm="0">
                                          <p:val>
                                            <p:strVal val="#ppt_x"/>
                                          </p:val>
                                        </p:tav>
                                        <p:tav tm="100000">
                                          <p:val>
                                            <p:strVal val="#ppt_x"/>
                                          </p:val>
                                        </p:tav>
                                      </p:tavLst>
                                    </p:anim>
                                    <p:anim calcmode="lin" valueType="num">
                                      <p:cBhvr additive="base">
                                        <p:cTn id="51" dur="800" fill="hold" decel="100000"/>
                                        <p:tgtEl>
                                          <p:spTgt spid="11"/>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0" descr="pick-photo has-photo">    </p:cNvPr>
          <p:cNvPicPr>
            <a:picLocks noChangeAspect="1"/>
          </p:cNvPicPr>
          <p:nvPr/>
        </p:nvPicPr>
        <p:blipFill>
          <a:blip r:embed="rId2"/>
          <a:stretch>
            <a:fillRect/>
          </a:stretch>
        </p:blipFill>
        <p:spPr>
          <a:xfrm>
            <a:off x="0" y="0"/>
            <a:ext cx="5714817" cy="6857817"/>
          </a:xfrm>
          <a:prstGeom prst="rect">
            <a:avLst/>
          </a:prstGeom>
        </p:spPr>
      </p:pic>
      <p:pic>
        <p:nvPicPr>
          <p:cNvPr id="3" name="L1" descr="of rv">    </p:cNvPr>
          <p:cNvPicPr>
            <a:picLocks noChangeAspect="1"/>
          </p:cNvPicPr>
          <p:nvPr/>
        </p:nvPicPr>
        <p:blipFill>
          <a:blip r:embed="rId3"/>
          <a:stretch>
            <a:fillRect/>
          </a:stretch>
        </p:blipFill>
        <p:spPr>
          <a:xfrm>
            <a:off x="6476878" y="1981139"/>
            <a:ext cx="4952848" cy="190470"/>
          </a:xfrm>
          <a:prstGeom prst="rect">
            <a:avLst/>
          </a:prstGeom>
        </p:spPr>
      </p:pic>
      <p:pic>
        <p:nvPicPr>
          <p:cNvPr id="4" name="L2" descr="rv">    </p:cNvPr>
          <p:cNvPicPr>
            <a:picLocks noChangeAspect="1"/>
          </p:cNvPicPr>
          <p:nvPr/>
        </p:nvPicPr>
        <p:blipFill>
          <a:blip r:embed="rId4"/>
          <a:stretch>
            <a:fillRect/>
          </a:stretch>
        </p:blipFill>
        <p:spPr>
          <a:xfrm>
            <a:off x="6476878" y="2355769"/>
            <a:ext cx="4952848" cy="730240"/>
          </a:xfrm>
          <a:prstGeom prst="rect">
            <a:avLst/>
          </a:prstGeom>
        </p:spPr>
      </p:pic>
      <p:pic>
        <p:nvPicPr>
          <p:cNvPr id="5" name="L3" descr="where rv">    </p:cNvPr>
          <p:cNvPicPr>
            <a:picLocks noChangeAspect="1"/>
          </p:cNvPicPr>
          <p:nvPr/>
        </p:nvPicPr>
        <p:blipFill>
          <a:blip r:embed="rId5"/>
          <a:stretch>
            <a:fillRect/>
          </a:stretch>
        </p:blipFill>
        <p:spPr>
          <a:xfrm>
            <a:off x="6476878" y="3270169"/>
            <a:ext cx="4952848" cy="222199"/>
          </a:xfrm>
          <a:prstGeom prst="rect">
            <a:avLst/>
          </a:prstGeom>
        </p:spPr>
      </p:pic>
      <p:pic>
        <p:nvPicPr>
          <p:cNvPr id="6" name="L4" descr="desc rv">    </p:cNvPr>
          <p:cNvPicPr>
            <a:picLocks noChangeAspect="1"/>
          </p:cNvPicPr>
          <p:nvPr/>
        </p:nvPicPr>
        <p:blipFill>
          <a:blip r:embed="rId6"/>
          <a:stretch>
            <a:fillRect/>
          </a:stretch>
        </p:blipFill>
        <p:spPr>
          <a:xfrm>
            <a:off x="6476878" y="3676528"/>
            <a:ext cx="4825837" cy="888980"/>
          </a:xfrm>
          <a:prstGeom prst="rect">
            <a:avLst/>
          </a:prstGeom>
        </p:spPr>
      </p:pic>
      <p:pic>
        <p:nvPicPr>
          <p:cNvPr id="7" name="L5" descr="chips2 rv">    </p:cNvPr>
          <p:cNvPicPr>
            <a:picLocks noChangeAspect="1"/>
          </p:cNvPicPr>
          <p:nvPr/>
        </p:nvPicPr>
        <p:blipFill>
          <a:blip r:embed="rId7"/>
          <a:stretch>
            <a:fillRect/>
          </a:stretch>
        </p:blipFill>
        <p:spPr>
          <a:xfrm>
            <a:off x="6476878" y="4749668"/>
            <a:ext cx="4952848" cy="31748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2" fill="hold">
                            <p:stCondLst>
                              <p:cond delay="0"/>
                            </p:stCondLst>
                            <p:childTnLst>
                              <p:par>
                                <p:cTn id="5" presetID="22" presetClass="entr" presetSubtype="8" fill="hold" nodeType="afterEffect">
                                  <p:stCondLst>
                                    <p:cond delay="0"/>
                                  </p:stCondLst>
                                  <p:childTnLst>
                                    <p:set>
                                      <p:cBhvr>
                                        <p:cTn id="3" dur="1" fill="hold">
                                          <p:stCondLst>
                                            <p:cond delay="0"/>
                                          </p:stCondLst>
                                        </p:cTn>
                                        <p:tgtEl>
                                          <p:spTgt spid="2"/>
                                        </p:tgtEl>
                                        <p:attrNameLst>
                                          <p:attrName>style.visibility</p:attrName>
                                        </p:attrNameLst>
                                      </p:cBhvr>
                                      <p:to>
                                        <p:strVal val="visible"/>
                                      </p:to>
                                    </p:set>
                                    <p:animEffect transition="in" filter="wipe(left)">
                                      <p:cBhvr>
                                        <p:cTn id="4" dur="1100"/>
                                        <p:tgtEl>
                                          <p:spTgt spid="2"/>
                                        </p:tgtEl>
                                      </p:cBhvr>
                                    </p:animEffect>
                                  </p:childTnLst>
                                </p:cTn>
                              </p:par>
                              <p:par>
                                <p:cTn id="10" presetID="42" presetClass="entr" presetSubtype="0" fill="hold" nodeType="withEffect">
                                  <p:stCondLst>
                                    <p:cond delay="29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p:tgtEl>
                                          <p:spTgt spid="3"/>
                                        </p:tgtEl>
                                      </p:cBhvr>
                                    </p:animEffect>
                                    <p:anim calcmode="lin" valueType="num">
                                      <p:cBhvr additive="base">
                                        <p:cTn id="8" dur="800" fill="hold" decel="100000"/>
                                        <p:tgtEl>
                                          <p:spTgt spid="3"/>
                                        </p:tgtEl>
                                        <p:attrNameLst>
                                          <p:attrName>ppt_x</p:attrName>
                                        </p:attrNameLst>
                                      </p:cBhvr>
                                      <p:tavLst>
                                        <p:tav tm="0">
                                          <p:val>
                                            <p:strVal val="#ppt_x"/>
                                          </p:val>
                                        </p:tav>
                                        <p:tav tm="100000">
                                          <p:val>
                                            <p:strVal val="#ppt_x"/>
                                          </p:val>
                                        </p:tav>
                                      </p:tavLst>
                                    </p:anim>
                                    <p:anim calcmode="lin" valueType="num">
                                      <p:cBhvr additive="base">
                                        <p:cTn id="9" dur="800" fill="hold" decel="100000"/>
                                        <p:tgtEl>
                                          <p:spTgt spid="3"/>
                                        </p:tgtEl>
                                        <p:attrNameLst>
                                          <p:attrName>ppt_y</p:attrName>
                                        </p:attrNameLst>
                                      </p:cBhvr>
                                      <p:tavLst>
                                        <p:tav tm="0">
                                          <p:val>
                                            <p:strVal val="#ppt_y+.04"/>
                                          </p:val>
                                        </p:tav>
                                        <p:tav tm="100000">
                                          <p:val>
                                            <p:strVal val="#ppt_y"/>
                                          </p:val>
                                        </p:tav>
                                      </p:tavLst>
                                    </p:anim>
                                  </p:childTnLst>
                                </p:cTn>
                              </p:par>
                              <p:par>
                                <p:cTn id="15" presetID="42" presetClass="entr" presetSubtype="0" fill="hold" nodeType="withEffect">
                                  <p:stCondLst>
                                    <p:cond delay="38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800"/>
                                        <p:tgtEl>
                                          <p:spTgt spid="4"/>
                                        </p:tgtEl>
                                      </p:cBhvr>
                                    </p:animEffect>
                                    <p:anim calcmode="lin" valueType="num">
                                      <p:cBhvr additive="base">
                                        <p:cTn id="13" dur="800" fill="hold" decel="100000"/>
                                        <p:tgtEl>
                                          <p:spTgt spid="4"/>
                                        </p:tgtEl>
                                        <p:attrNameLst>
                                          <p:attrName>ppt_x</p:attrName>
                                        </p:attrNameLst>
                                      </p:cBhvr>
                                      <p:tavLst>
                                        <p:tav tm="0">
                                          <p:val>
                                            <p:strVal val="#ppt_x"/>
                                          </p:val>
                                        </p:tav>
                                        <p:tav tm="100000">
                                          <p:val>
                                            <p:strVal val="#ppt_x"/>
                                          </p:val>
                                        </p:tav>
                                      </p:tavLst>
                                    </p:anim>
                                    <p:anim calcmode="lin" valueType="num">
                                      <p:cBhvr additive="base">
                                        <p:cTn id="14" dur="800" fill="hold" decel="100000"/>
                                        <p:tgtEl>
                                          <p:spTgt spid="4"/>
                                        </p:tgtEl>
                                        <p:attrNameLst>
                                          <p:attrName>ppt_y</p:attrName>
                                        </p:attrNameLst>
                                      </p:cBhvr>
                                      <p:tavLst>
                                        <p:tav tm="0">
                                          <p:val>
                                            <p:strVal val="#ppt_y+.04"/>
                                          </p:val>
                                        </p:tav>
                                        <p:tav tm="100000">
                                          <p:val>
                                            <p:strVal val="#ppt_y"/>
                                          </p:val>
                                        </p:tav>
                                      </p:tavLst>
                                    </p:anim>
                                  </p:childTnLst>
                                </p:cTn>
                              </p:par>
                              <p:par>
                                <p:cTn id="20" presetID="42" presetClass="entr" presetSubtype="0" fill="hold" nodeType="withEffect">
                                  <p:stCondLst>
                                    <p:cond delay="47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800"/>
                                        <p:tgtEl>
                                          <p:spTgt spid="5"/>
                                        </p:tgtEl>
                                      </p:cBhvr>
                                    </p:animEffect>
                                    <p:anim calcmode="lin" valueType="num">
                                      <p:cBhvr additive="base">
                                        <p:cTn id="18" dur="800" fill="hold" decel="100000"/>
                                        <p:tgtEl>
                                          <p:spTgt spid="5"/>
                                        </p:tgtEl>
                                        <p:attrNameLst>
                                          <p:attrName>ppt_x</p:attrName>
                                        </p:attrNameLst>
                                      </p:cBhvr>
                                      <p:tavLst>
                                        <p:tav tm="0">
                                          <p:val>
                                            <p:strVal val="#ppt_x"/>
                                          </p:val>
                                        </p:tav>
                                        <p:tav tm="100000">
                                          <p:val>
                                            <p:strVal val="#ppt_x"/>
                                          </p:val>
                                        </p:tav>
                                      </p:tavLst>
                                    </p:anim>
                                    <p:anim calcmode="lin" valueType="num">
                                      <p:cBhvr additive="base">
                                        <p:cTn id="19" dur="800" fill="hold" decel="100000"/>
                                        <p:tgtEl>
                                          <p:spTgt spid="5"/>
                                        </p:tgtEl>
                                        <p:attrNameLst>
                                          <p:attrName>ppt_y</p:attrName>
                                        </p:attrNameLst>
                                      </p:cBhvr>
                                      <p:tavLst>
                                        <p:tav tm="0">
                                          <p:val>
                                            <p:strVal val="#ppt_y+.04"/>
                                          </p:val>
                                        </p:tav>
                                        <p:tav tm="100000">
                                          <p:val>
                                            <p:strVal val="#ppt_y"/>
                                          </p:val>
                                        </p:tav>
                                      </p:tavLst>
                                    </p:anim>
                                  </p:childTnLst>
                                </p:cTn>
                              </p:par>
                              <p:par>
                                <p:cTn id="25" presetID="42" presetClass="entr" presetSubtype="0" fill="hold" nodeType="withEffect">
                                  <p:stCondLst>
                                    <p:cond delay="56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800"/>
                                        <p:tgtEl>
                                          <p:spTgt spid="6"/>
                                        </p:tgtEl>
                                      </p:cBhvr>
                                    </p:animEffect>
                                    <p:anim calcmode="lin" valueType="num">
                                      <p:cBhvr additive="base">
                                        <p:cTn id="23" dur="800" fill="hold" decel="100000"/>
                                        <p:tgtEl>
                                          <p:spTgt spid="6"/>
                                        </p:tgtEl>
                                        <p:attrNameLst>
                                          <p:attrName>ppt_x</p:attrName>
                                        </p:attrNameLst>
                                      </p:cBhvr>
                                      <p:tavLst>
                                        <p:tav tm="0">
                                          <p:val>
                                            <p:strVal val="#ppt_x"/>
                                          </p:val>
                                        </p:tav>
                                        <p:tav tm="100000">
                                          <p:val>
                                            <p:strVal val="#ppt_x"/>
                                          </p:val>
                                        </p:tav>
                                      </p:tavLst>
                                    </p:anim>
                                    <p:anim calcmode="lin" valueType="num">
                                      <p:cBhvr additive="base">
                                        <p:cTn id="24" dur="800" fill="hold" decel="100000"/>
                                        <p:tgtEl>
                                          <p:spTgt spid="6"/>
                                        </p:tgtEl>
                                        <p:attrNameLst>
                                          <p:attrName>ppt_y</p:attrName>
                                        </p:attrNameLst>
                                      </p:cBhvr>
                                      <p:tavLst>
                                        <p:tav tm="0">
                                          <p:val>
                                            <p:strVal val="#ppt_y+.04"/>
                                          </p:val>
                                        </p:tav>
                                        <p:tav tm="100000">
                                          <p:val>
                                            <p:strVal val="#ppt_y"/>
                                          </p:val>
                                        </p:tav>
                                      </p:tavLst>
                                    </p:anim>
                                  </p:childTnLst>
                                </p:cTn>
                              </p:par>
                              <p:par>
                                <p:cTn id="30" presetID="42" presetClass="entr" presetSubtype="0" fill="hold" nodeType="withEffect">
                                  <p:stCondLst>
                                    <p:cond delay="65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800"/>
                                        <p:tgtEl>
                                          <p:spTgt spid="7"/>
                                        </p:tgtEl>
                                      </p:cBhvr>
                                    </p:animEffect>
                                    <p:anim calcmode="lin" valueType="num">
                                      <p:cBhvr additive="base">
                                        <p:cTn id="28" dur="800" fill="hold" decel="100000"/>
                                        <p:tgtEl>
                                          <p:spTgt spid="7"/>
                                        </p:tgtEl>
                                        <p:attrNameLst>
                                          <p:attrName>ppt_x</p:attrName>
                                        </p:attrNameLst>
                                      </p:cBhvr>
                                      <p:tavLst>
                                        <p:tav tm="0">
                                          <p:val>
                                            <p:strVal val="#ppt_x"/>
                                          </p:val>
                                        </p:tav>
                                        <p:tav tm="100000">
                                          <p:val>
                                            <p:strVal val="#ppt_x"/>
                                          </p:val>
                                        </p:tav>
                                      </p:tavLst>
                                    </p:anim>
                                    <p:anim calcmode="lin" valueType="num">
                                      <p:cBhvr additive="base">
                                        <p:cTn id="29" dur="800" fill="hold" decel="100000"/>
                                        <p:tgtEl>
                                          <p:spTgt spid="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0" descr="pick-photo has-photo">    </p:cNvPr>
          <p:cNvPicPr>
            <a:picLocks noChangeAspect="1"/>
          </p:cNvPicPr>
          <p:nvPr/>
        </p:nvPicPr>
        <p:blipFill>
          <a:blip r:embed="rId2"/>
          <a:stretch>
            <a:fillRect/>
          </a:stretch>
        </p:blipFill>
        <p:spPr>
          <a:xfrm>
            <a:off x="0" y="0"/>
            <a:ext cx="5714817" cy="6857817"/>
          </a:xfrm>
          <a:prstGeom prst="rect">
            <a:avLst/>
          </a:prstGeom>
        </p:spPr>
      </p:pic>
      <p:pic>
        <p:nvPicPr>
          <p:cNvPr id="3" name="L1" descr="of rv">    </p:cNvPr>
          <p:cNvPicPr>
            <a:picLocks noChangeAspect="1"/>
          </p:cNvPicPr>
          <p:nvPr/>
        </p:nvPicPr>
        <p:blipFill>
          <a:blip r:embed="rId3"/>
          <a:stretch>
            <a:fillRect/>
          </a:stretch>
        </p:blipFill>
        <p:spPr>
          <a:xfrm>
            <a:off x="6476878" y="2127169"/>
            <a:ext cx="4952848" cy="190470"/>
          </a:xfrm>
          <a:prstGeom prst="rect">
            <a:avLst/>
          </a:prstGeom>
        </p:spPr>
      </p:pic>
      <p:pic>
        <p:nvPicPr>
          <p:cNvPr id="4" name="L2" descr="rv">    </p:cNvPr>
          <p:cNvPicPr>
            <a:picLocks noChangeAspect="1"/>
          </p:cNvPicPr>
          <p:nvPr/>
        </p:nvPicPr>
        <p:blipFill>
          <a:blip r:embed="rId4"/>
          <a:stretch>
            <a:fillRect/>
          </a:stretch>
        </p:blipFill>
        <p:spPr>
          <a:xfrm>
            <a:off x="6476878" y="2501798"/>
            <a:ext cx="4952848" cy="730240"/>
          </a:xfrm>
          <a:prstGeom prst="rect">
            <a:avLst/>
          </a:prstGeom>
        </p:spPr>
      </p:pic>
      <p:pic>
        <p:nvPicPr>
          <p:cNvPr id="5" name="L3" descr="where rv">    </p:cNvPr>
          <p:cNvPicPr>
            <a:picLocks noChangeAspect="1"/>
          </p:cNvPicPr>
          <p:nvPr/>
        </p:nvPicPr>
        <p:blipFill>
          <a:blip r:embed="rId5"/>
          <a:stretch>
            <a:fillRect/>
          </a:stretch>
        </p:blipFill>
        <p:spPr>
          <a:xfrm>
            <a:off x="6476878" y="3416198"/>
            <a:ext cx="4952848" cy="222199"/>
          </a:xfrm>
          <a:prstGeom prst="rect">
            <a:avLst/>
          </a:prstGeom>
        </p:spPr>
      </p:pic>
      <p:pic>
        <p:nvPicPr>
          <p:cNvPr id="6" name="L4" descr="desc rv">    </p:cNvPr>
          <p:cNvPicPr>
            <a:picLocks noChangeAspect="1"/>
          </p:cNvPicPr>
          <p:nvPr/>
        </p:nvPicPr>
        <p:blipFill>
          <a:blip r:embed="rId6"/>
          <a:stretch>
            <a:fillRect/>
          </a:stretch>
        </p:blipFill>
        <p:spPr>
          <a:xfrm>
            <a:off x="6476878" y="3822649"/>
            <a:ext cx="4825837" cy="596920"/>
          </a:xfrm>
          <a:prstGeom prst="rect">
            <a:avLst/>
          </a:prstGeom>
        </p:spPr>
      </p:pic>
      <p:pic>
        <p:nvPicPr>
          <p:cNvPr id="7" name="L5" descr="chips2 rv">    </p:cNvPr>
          <p:cNvPicPr>
            <a:picLocks noChangeAspect="1"/>
          </p:cNvPicPr>
          <p:nvPr/>
        </p:nvPicPr>
        <p:blipFill>
          <a:blip r:embed="rId7"/>
          <a:stretch>
            <a:fillRect/>
          </a:stretch>
        </p:blipFill>
        <p:spPr>
          <a:xfrm>
            <a:off x="6476878" y="4603638"/>
            <a:ext cx="4952848" cy="31748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2" fill="hold">
                            <p:stCondLst>
                              <p:cond delay="0"/>
                            </p:stCondLst>
                            <p:childTnLst>
                              <p:par>
                                <p:cTn id="5" presetID="22" presetClass="entr" presetSubtype="8" fill="hold" nodeType="afterEffect">
                                  <p:stCondLst>
                                    <p:cond delay="0"/>
                                  </p:stCondLst>
                                  <p:childTnLst>
                                    <p:set>
                                      <p:cBhvr>
                                        <p:cTn id="3" dur="1" fill="hold">
                                          <p:stCondLst>
                                            <p:cond delay="0"/>
                                          </p:stCondLst>
                                        </p:cTn>
                                        <p:tgtEl>
                                          <p:spTgt spid="2"/>
                                        </p:tgtEl>
                                        <p:attrNameLst>
                                          <p:attrName>style.visibility</p:attrName>
                                        </p:attrNameLst>
                                      </p:cBhvr>
                                      <p:to>
                                        <p:strVal val="visible"/>
                                      </p:to>
                                    </p:set>
                                    <p:animEffect transition="in" filter="wipe(left)">
                                      <p:cBhvr>
                                        <p:cTn id="4" dur="1100"/>
                                        <p:tgtEl>
                                          <p:spTgt spid="2"/>
                                        </p:tgtEl>
                                      </p:cBhvr>
                                    </p:animEffect>
                                  </p:childTnLst>
                                </p:cTn>
                              </p:par>
                              <p:par>
                                <p:cTn id="10" presetID="42" presetClass="entr" presetSubtype="0" fill="hold" nodeType="withEffect">
                                  <p:stCondLst>
                                    <p:cond delay="29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p:tgtEl>
                                          <p:spTgt spid="3"/>
                                        </p:tgtEl>
                                      </p:cBhvr>
                                    </p:animEffect>
                                    <p:anim calcmode="lin" valueType="num">
                                      <p:cBhvr additive="base">
                                        <p:cTn id="8" dur="800" fill="hold" decel="100000"/>
                                        <p:tgtEl>
                                          <p:spTgt spid="3"/>
                                        </p:tgtEl>
                                        <p:attrNameLst>
                                          <p:attrName>ppt_x</p:attrName>
                                        </p:attrNameLst>
                                      </p:cBhvr>
                                      <p:tavLst>
                                        <p:tav tm="0">
                                          <p:val>
                                            <p:strVal val="#ppt_x"/>
                                          </p:val>
                                        </p:tav>
                                        <p:tav tm="100000">
                                          <p:val>
                                            <p:strVal val="#ppt_x"/>
                                          </p:val>
                                        </p:tav>
                                      </p:tavLst>
                                    </p:anim>
                                    <p:anim calcmode="lin" valueType="num">
                                      <p:cBhvr additive="base">
                                        <p:cTn id="9" dur="800" fill="hold" decel="100000"/>
                                        <p:tgtEl>
                                          <p:spTgt spid="3"/>
                                        </p:tgtEl>
                                        <p:attrNameLst>
                                          <p:attrName>ppt_y</p:attrName>
                                        </p:attrNameLst>
                                      </p:cBhvr>
                                      <p:tavLst>
                                        <p:tav tm="0">
                                          <p:val>
                                            <p:strVal val="#ppt_y+.04"/>
                                          </p:val>
                                        </p:tav>
                                        <p:tav tm="100000">
                                          <p:val>
                                            <p:strVal val="#ppt_y"/>
                                          </p:val>
                                        </p:tav>
                                      </p:tavLst>
                                    </p:anim>
                                  </p:childTnLst>
                                </p:cTn>
                              </p:par>
                              <p:par>
                                <p:cTn id="15" presetID="42" presetClass="entr" presetSubtype="0" fill="hold" nodeType="withEffect">
                                  <p:stCondLst>
                                    <p:cond delay="38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800"/>
                                        <p:tgtEl>
                                          <p:spTgt spid="4"/>
                                        </p:tgtEl>
                                      </p:cBhvr>
                                    </p:animEffect>
                                    <p:anim calcmode="lin" valueType="num">
                                      <p:cBhvr additive="base">
                                        <p:cTn id="13" dur="800" fill="hold" decel="100000"/>
                                        <p:tgtEl>
                                          <p:spTgt spid="4"/>
                                        </p:tgtEl>
                                        <p:attrNameLst>
                                          <p:attrName>ppt_x</p:attrName>
                                        </p:attrNameLst>
                                      </p:cBhvr>
                                      <p:tavLst>
                                        <p:tav tm="0">
                                          <p:val>
                                            <p:strVal val="#ppt_x"/>
                                          </p:val>
                                        </p:tav>
                                        <p:tav tm="100000">
                                          <p:val>
                                            <p:strVal val="#ppt_x"/>
                                          </p:val>
                                        </p:tav>
                                      </p:tavLst>
                                    </p:anim>
                                    <p:anim calcmode="lin" valueType="num">
                                      <p:cBhvr additive="base">
                                        <p:cTn id="14" dur="800" fill="hold" decel="100000"/>
                                        <p:tgtEl>
                                          <p:spTgt spid="4"/>
                                        </p:tgtEl>
                                        <p:attrNameLst>
                                          <p:attrName>ppt_y</p:attrName>
                                        </p:attrNameLst>
                                      </p:cBhvr>
                                      <p:tavLst>
                                        <p:tav tm="0">
                                          <p:val>
                                            <p:strVal val="#ppt_y+.04"/>
                                          </p:val>
                                        </p:tav>
                                        <p:tav tm="100000">
                                          <p:val>
                                            <p:strVal val="#ppt_y"/>
                                          </p:val>
                                        </p:tav>
                                      </p:tavLst>
                                    </p:anim>
                                  </p:childTnLst>
                                </p:cTn>
                              </p:par>
                              <p:par>
                                <p:cTn id="20" presetID="42" presetClass="entr" presetSubtype="0" fill="hold" nodeType="withEffect">
                                  <p:stCondLst>
                                    <p:cond delay="47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800"/>
                                        <p:tgtEl>
                                          <p:spTgt spid="5"/>
                                        </p:tgtEl>
                                      </p:cBhvr>
                                    </p:animEffect>
                                    <p:anim calcmode="lin" valueType="num">
                                      <p:cBhvr additive="base">
                                        <p:cTn id="18" dur="800" fill="hold" decel="100000"/>
                                        <p:tgtEl>
                                          <p:spTgt spid="5"/>
                                        </p:tgtEl>
                                        <p:attrNameLst>
                                          <p:attrName>ppt_x</p:attrName>
                                        </p:attrNameLst>
                                      </p:cBhvr>
                                      <p:tavLst>
                                        <p:tav tm="0">
                                          <p:val>
                                            <p:strVal val="#ppt_x"/>
                                          </p:val>
                                        </p:tav>
                                        <p:tav tm="100000">
                                          <p:val>
                                            <p:strVal val="#ppt_x"/>
                                          </p:val>
                                        </p:tav>
                                      </p:tavLst>
                                    </p:anim>
                                    <p:anim calcmode="lin" valueType="num">
                                      <p:cBhvr additive="base">
                                        <p:cTn id="19" dur="800" fill="hold" decel="100000"/>
                                        <p:tgtEl>
                                          <p:spTgt spid="5"/>
                                        </p:tgtEl>
                                        <p:attrNameLst>
                                          <p:attrName>ppt_y</p:attrName>
                                        </p:attrNameLst>
                                      </p:cBhvr>
                                      <p:tavLst>
                                        <p:tav tm="0">
                                          <p:val>
                                            <p:strVal val="#ppt_y+.04"/>
                                          </p:val>
                                        </p:tav>
                                        <p:tav tm="100000">
                                          <p:val>
                                            <p:strVal val="#ppt_y"/>
                                          </p:val>
                                        </p:tav>
                                      </p:tavLst>
                                    </p:anim>
                                  </p:childTnLst>
                                </p:cTn>
                              </p:par>
                              <p:par>
                                <p:cTn id="25" presetID="42" presetClass="entr" presetSubtype="0" fill="hold" nodeType="withEffect">
                                  <p:stCondLst>
                                    <p:cond delay="56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800"/>
                                        <p:tgtEl>
                                          <p:spTgt spid="6"/>
                                        </p:tgtEl>
                                      </p:cBhvr>
                                    </p:animEffect>
                                    <p:anim calcmode="lin" valueType="num">
                                      <p:cBhvr additive="base">
                                        <p:cTn id="23" dur="800" fill="hold" decel="100000"/>
                                        <p:tgtEl>
                                          <p:spTgt spid="6"/>
                                        </p:tgtEl>
                                        <p:attrNameLst>
                                          <p:attrName>ppt_x</p:attrName>
                                        </p:attrNameLst>
                                      </p:cBhvr>
                                      <p:tavLst>
                                        <p:tav tm="0">
                                          <p:val>
                                            <p:strVal val="#ppt_x"/>
                                          </p:val>
                                        </p:tav>
                                        <p:tav tm="100000">
                                          <p:val>
                                            <p:strVal val="#ppt_x"/>
                                          </p:val>
                                        </p:tav>
                                      </p:tavLst>
                                    </p:anim>
                                    <p:anim calcmode="lin" valueType="num">
                                      <p:cBhvr additive="base">
                                        <p:cTn id="24" dur="800" fill="hold" decel="100000"/>
                                        <p:tgtEl>
                                          <p:spTgt spid="6"/>
                                        </p:tgtEl>
                                        <p:attrNameLst>
                                          <p:attrName>ppt_y</p:attrName>
                                        </p:attrNameLst>
                                      </p:cBhvr>
                                      <p:tavLst>
                                        <p:tav tm="0">
                                          <p:val>
                                            <p:strVal val="#ppt_y+.04"/>
                                          </p:val>
                                        </p:tav>
                                        <p:tav tm="100000">
                                          <p:val>
                                            <p:strVal val="#ppt_y"/>
                                          </p:val>
                                        </p:tav>
                                      </p:tavLst>
                                    </p:anim>
                                  </p:childTnLst>
                                </p:cTn>
                              </p:par>
                              <p:par>
                                <p:cTn id="30" presetID="42" presetClass="entr" presetSubtype="0" fill="hold" nodeType="withEffect">
                                  <p:stCondLst>
                                    <p:cond delay="65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800"/>
                                        <p:tgtEl>
                                          <p:spTgt spid="7"/>
                                        </p:tgtEl>
                                      </p:cBhvr>
                                    </p:animEffect>
                                    <p:anim calcmode="lin" valueType="num">
                                      <p:cBhvr additive="base">
                                        <p:cTn id="28" dur="800" fill="hold" decel="100000"/>
                                        <p:tgtEl>
                                          <p:spTgt spid="7"/>
                                        </p:tgtEl>
                                        <p:attrNameLst>
                                          <p:attrName>ppt_x</p:attrName>
                                        </p:attrNameLst>
                                      </p:cBhvr>
                                      <p:tavLst>
                                        <p:tav tm="0">
                                          <p:val>
                                            <p:strVal val="#ppt_x"/>
                                          </p:val>
                                        </p:tav>
                                        <p:tav tm="100000">
                                          <p:val>
                                            <p:strVal val="#ppt_x"/>
                                          </p:val>
                                        </p:tav>
                                      </p:tavLst>
                                    </p:anim>
                                    <p:anim calcmode="lin" valueType="num">
                                      <p:cBhvr additive="base">
                                        <p:cTn id="29" dur="800" fill="hold" decel="100000"/>
                                        <p:tgtEl>
                                          <p:spTgt spid="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0" descr="pick-photo has-photo">    </p:cNvPr>
          <p:cNvPicPr>
            <a:picLocks noChangeAspect="1"/>
          </p:cNvPicPr>
          <p:nvPr/>
        </p:nvPicPr>
        <p:blipFill>
          <a:blip r:embed="rId2"/>
          <a:stretch>
            <a:fillRect/>
          </a:stretch>
        </p:blipFill>
        <p:spPr>
          <a:xfrm>
            <a:off x="0" y="0"/>
            <a:ext cx="5714817" cy="6857817"/>
          </a:xfrm>
          <a:prstGeom prst="rect">
            <a:avLst/>
          </a:prstGeom>
        </p:spPr>
      </p:pic>
      <p:pic>
        <p:nvPicPr>
          <p:cNvPr id="3" name="L1" descr="pick-inset">    </p:cNvPr>
          <p:cNvPicPr>
            <a:picLocks noChangeAspect="1"/>
          </p:cNvPicPr>
          <p:nvPr/>
        </p:nvPicPr>
        <p:blipFill>
          <a:blip r:embed="rId3"/>
          <a:stretch>
            <a:fillRect/>
          </a:stretch>
        </p:blipFill>
        <p:spPr>
          <a:xfrm>
            <a:off x="2609789" y="3879708"/>
            <a:ext cx="3543209" cy="2324039"/>
          </a:xfrm>
          <a:prstGeom prst="rect">
            <a:avLst/>
          </a:prstGeom>
        </p:spPr>
      </p:pic>
      <p:pic>
        <p:nvPicPr>
          <p:cNvPr id="4" name="L2" descr="of rv">    </p:cNvPr>
          <p:cNvPicPr>
            <a:picLocks noChangeAspect="1"/>
          </p:cNvPicPr>
          <p:nvPr/>
        </p:nvPicPr>
        <p:blipFill>
          <a:blip r:embed="rId4"/>
          <a:stretch>
            <a:fillRect/>
          </a:stretch>
        </p:blipFill>
        <p:spPr>
          <a:xfrm>
            <a:off x="6476878" y="2127169"/>
            <a:ext cx="4952848" cy="190470"/>
          </a:xfrm>
          <a:prstGeom prst="rect">
            <a:avLst/>
          </a:prstGeom>
        </p:spPr>
      </p:pic>
      <p:pic>
        <p:nvPicPr>
          <p:cNvPr id="5" name="L3" descr="rv">    </p:cNvPr>
          <p:cNvPicPr>
            <a:picLocks noChangeAspect="1"/>
          </p:cNvPicPr>
          <p:nvPr/>
        </p:nvPicPr>
        <p:blipFill>
          <a:blip r:embed="rId5"/>
          <a:stretch>
            <a:fillRect/>
          </a:stretch>
        </p:blipFill>
        <p:spPr>
          <a:xfrm>
            <a:off x="6476878" y="2501798"/>
            <a:ext cx="4952848" cy="730240"/>
          </a:xfrm>
          <a:prstGeom prst="rect">
            <a:avLst/>
          </a:prstGeom>
        </p:spPr>
      </p:pic>
      <p:pic>
        <p:nvPicPr>
          <p:cNvPr id="6" name="L4" descr="where rv">    </p:cNvPr>
          <p:cNvPicPr>
            <a:picLocks noChangeAspect="1"/>
          </p:cNvPicPr>
          <p:nvPr/>
        </p:nvPicPr>
        <p:blipFill>
          <a:blip r:embed="rId6"/>
          <a:stretch>
            <a:fillRect/>
          </a:stretch>
        </p:blipFill>
        <p:spPr>
          <a:xfrm>
            <a:off x="6476878" y="3416198"/>
            <a:ext cx="4952848" cy="222199"/>
          </a:xfrm>
          <a:prstGeom prst="rect">
            <a:avLst/>
          </a:prstGeom>
        </p:spPr>
      </p:pic>
      <p:pic>
        <p:nvPicPr>
          <p:cNvPr id="7" name="L5" descr="desc rv">    </p:cNvPr>
          <p:cNvPicPr>
            <a:picLocks noChangeAspect="1"/>
          </p:cNvPicPr>
          <p:nvPr/>
        </p:nvPicPr>
        <p:blipFill>
          <a:blip r:embed="rId7"/>
          <a:stretch>
            <a:fillRect/>
          </a:stretch>
        </p:blipFill>
        <p:spPr>
          <a:xfrm>
            <a:off x="6476878" y="3822649"/>
            <a:ext cx="4825837" cy="596920"/>
          </a:xfrm>
          <a:prstGeom prst="rect">
            <a:avLst/>
          </a:prstGeom>
        </p:spPr>
      </p:pic>
      <p:pic>
        <p:nvPicPr>
          <p:cNvPr id="8" name="L6" descr="chips2 rv">    </p:cNvPr>
          <p:cNvPicPr>
            <a:picLocks noChangeAspect="1"/>
          </p:cNvPicPr>
          <p:nvPr/>
        </p:nvPicPr>
        <p:blipFill>
          <a:blip r:embed="rId8"/>
          <a:stretch>
            <a:fillRect/>
          </a:stretch>
        </p:blipFill>
        <p:spPr>
          <a:xfrm>
            <a:off x="6476878" y="4603638"/>
            <a:ext cx="4952848" cy="31748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6" fill="hold">
                      <p:stCondLst>
                        <p:cond delay="indefinite"/>
                        <p:cond evt="onBegin" delay="0">
                          <p:tn val="2"/>
                        </p:cond>
                      </p:stCondLst>
                      <p:childTnLst>
                        <p:par>
                          <p:cTn id="37" fill="hold">
                            <p:stCondLst>
                              <p:cond delay="0"/>
                            </p:stCondLst>
                            <p:childTnLst>
                              <p:par>
                                <p:cTn id="5" presetID="22" presetClass="entr" presetSubtype="8" fill="hold" nodeType="afterEffect">
                                  <p:stCondLst>
                                    <p:cond delay="0"/>
                                  </p:stCondLst>
                                  <p:childTnLst>
                                    <p:set>
                                      <p:cBhvr>
                                        <p:cTn id="3" dur="1" fill="hold">
                                          <p:stCondLst>
                                            <p:cond delay="0"/>
                                          </p:stCondLst>
                                        </p:cTn>
                                        <p:tgtEl>
                                          <p:spTgt spid="2"/>
                                        </p:tgtEl>
                                        <p:attrNameLst>
                                          <p:attrName>style.visibility</p:attrName>
                                        </p:attrNameLst>
                                      </p:cBhvr>
                                      <p:to>
                                        <p:strVal val="visible"/>
                                      </p:to>
                                    </p:set>
                                    <p:animEffect transition="in" filter="wipe(left)">
                                      <p:cBhvr>
                                        <p:cTn id="4" dur="1100"/>
                                        <p:tgtEl>
                                          <p:spTgt spid="2"/>
                                        </p:tgtEl>
                                      </p:cBhvr>
                                    </p:animEffect>
                                  </p:childTnLst>
                                </p:cTn>
                              </p:par>
                              <p:par>
                                <p:cTn id="10" presetID="53" presetClass="entr" presetSubtype="16" fill="hold" nodeType="withEffect">
                                  <p:stCondLst>
                                    <p:cond delay="7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600" fill="hold" decel="100000"/>
                                        <p:tgtEl>
                                          <p:spTgt spid="3"/>
                                        </p:tgtEl>
                                        <p:attrNameLst>
                                          <p:attrName>ppt_w</p:attrName>
                                        </p:attrNameLst>
                                      </p:cBhvr>
                                      <p:tavLst>
                                        <p:tav tm="0">
                                          <p:val>
                                            <p:strVal val="0"/>
                                          </p:val>
                                        </p:tav>
                                        <p:tav tm="100000">
                                          <p:val>
                                            <p:strVal val="#ppt_w"/>
                                          </p:val>
                                        </p:tav>
                                      </p:tavLst>
                                    </p:anim>
                                    <p:anim calcmode="lin" valueType="num">
                                      <p:cBhvr additive="base">
                                        <p:cTn id="8" dur="600" fill="hold" decel="100000"/>
                                        <p:tgtEl>
                                          <p:spTgt spid="3"/>
                                        </p:tgtEl>
                                        <p:attrNameLst>
                                          <p:attrName>ppt_h</p:attrName>
                                        </p:attrNameLst>
                                      </p:cBhvr>
                                      <p:tavLst>
                                        <p:tav tm="0">
                                          <p:val>
                                            <p:strVal val="0"/>
                                          </p:val>
                                        </p:tav>
                                        <p:tav tm="100000">
                                          <p:val>
                                            <p:strVal val="#ppt_h"/>
                                          </p:val>
                                        </p:tav>
                                      </p:tavLst>
                                    </p:anim>
                                    <p:animEffect transition="in" filter="fade">
                                      <p:cBhvr>
                                        <p:cTn id="9" dur="600"/>
                                        <p:tgtEl>
                                          <p:spTgt spid="3"/>
                                        </p:tgtEl>
                                      </p:cBhvr>
                                    </p:animEffect>
                                  </p:childTnLst>
                                </p:cTn>
                              </p:par>
                              <p:par>
                                <p:cTn id="15" presetID="42" presetClass="entr" presetSubtype="0" fill="hold" nodeType="withEffect">
                                  <p:stCondLst>
                                    <p:cond delay="29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800"/>
                                        <p:tgtEl>
                                          <p:spTgt spid="4"/>
                                        </p:tgtEl>
                                      </p:cBhvr>
                                    </p:animEffect>
                                    <p:anim calcmode="lin" valueType="num">
                                      <p:cBhvr additive="base">
                                        <p:cTn id="13" dur="800" fill="hold" decel="100000"/>
                                        <p:tgtEl>
                                          <p:spTgt spid="4"/>
                                        </p:tgtEl>
                                        <p:attrNameLst>
                                          <p:attrName>ppt_x</p:attrName>
                                        </p:attrNameLst>
                                      </p:cBhvr>
                                      <p:tavLst>
                                        <p:tav tm="0">
                                          <p:val>
                                            <p:strVal val="#ppt_x"/>
                                          </p:val>
                                        </p:tav>
                                        <p:tav tm="100000">
                                          <p:val>
                                            <p:strVal val="#ppt_x"/>
                                          </p:val>
                                        </p:tav>
                                      </p:tavLst>
                                    </p:anim>
                                    <p:anim calcmode="lin" valueType="num">
                                      <p:cBhvr additive="base">
                                        <p:cTn id="14" dur="800" fill="hold" decel="100000"/>
                                        <p:tgtEl>
                                          <p:spTgt spid="4"/>
                                        </p:tgtEl>
                                        <p:attrNameLst>
                                          <p:attrName>ppt_y</p:attrName>
                                        </p:attrNameLst>
                                      </p:cBhvr>
                                      <p:tavLst>
                                        <p:tav tm="0">
                                          <p:val>
                                            <p:strVal val="#ppt_y+.04"/>
                                          </p:val>
                                        </p:tav>
                                        <p:tav tm="100000">
                                          <p:val>
                                            <p:strVal val="#ppt_y"/>
                                          </p:val>
                                        </p:tav>
                                      </p:tavLst>
                                    </p:anim>
                                  </p:childTnLst>
                                </p:cTn>
                              </p:par>
                              <p:par>
                                <p:cTn id="20" presetID="42" presetClass="entr" presetSubtype="0" fill="hold" nodeType="withEffect">
                                  <p:stCondLst>
                                    <p:cond delay="38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800"/>
                                        <p:tgtEl>
                                          <p:spTgt spid="5"/>
                                        </p:tgtEl>
                                      </p:cBhvr>
                                    </p:animEffect>
                                    <p:anim calcmode="lin" valueType="num">
                                      <p:cBhvr additive="base">
                                        <p:cTn id="18" dur="800" fill="hold" decel="100000"/>
                                        <p:tgtEl>
                                          <p:spTgt spid="5"/>
                                        </p:tgtEl>
                                        <p:attrNameLst>
                                          <p:attrName>ppt_x</p:attrName>
                                        </p:attrNameLst>
                                      </p:cBhvr>
                                      <p:tavLst>
                                        <p:tav tm="0">
                                          <p:val>
                                            <p:strVal val="#ppt_x"/>
                                          </p:val>
                                        </p:tav>
                                        <p:tav tm="100000">
                                          <p:val>
                                            <p:strVal val="#ppt_x"/>
                                          </p:val>
                                        </p:tav>
                                      </p:tavLst>
                                    </p:anim>
                                    <p:anim calcmode="lin" valueType="num">
                                      <p:cBhvr additive="base">
                                        <p:cTn id="19" dur="800" fill="hold" decel="100000"/>
                                        <p:tgtEl>
                                          <p:spTgt spid="5"/>
                                        </p:tgtEl>
                                        <p:attrNameLst>
                                          <p:attrName>ppt_y</p:attrName>
                                        </p:attrNameLst>
                                      </p:cBhvr>
                                      <p:tavLst>
                                        <p:tav tm="0">
                                          <p:val>
                                            <p:strVal val="#ppt_y+.04"/>
                                          </p:val>
                                        </p:tav>
                                        <p:tav tm="100000">
                                          <p:val>
                                            <p:strVal val="#ppt_y"/>
                                          </p:val>
                                        </p:tav>
                                      </p:tavLst>
                                    </p:anim>
                                  </p:childTnLst>
                                </p:cTn>
                              </p:par>
                              <p:par>
                                <p:cTn id="25" presetID="42" presetClass="entr" presetSubtype="0" fill="hold" nodeType="withEffect">
                                  <p:stCondLst>
                                    <p:cond delay="47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800"/>
                                        <p:tgtEl>
                                          <p:spTgt spid="6"/>
                                        </p:tgtEl>
                                      </p:cBhvr>
                                    </p:animEffect>
                                    <p:anim calcmode="lin" valueType="num">
                                      <p:cBhvr additive="base">
                                        <p:cTn id="23" dur="800" fill="hold" decel="100000"/>
                                        <p:tgtEl>
                                          <p:spTgt spid="6"/>
                                        </p:tgtEl>
                                        <p:attrNameLst>
                                          <p:attrName>ppt_x</p:attrName>
                                        </p:attrNameLst>
                                      </p:cBhvr>
                                      <p:tavLst>
                                        <p:tav tm="0">
                                          <p:val>
                                            <p:strVal val="#ppt_x"/>
                                          </p:val>
                                        </p:tav>
                                        <p:tav tm="100000">
                                          <p:val>
                                            <p:strVal val="#ppt_x"/>
                                          </p:val>
                                        </p:tav>
                                      </p:tavLst>
                                    </p:anim>
                                    <p:anim calcmode="lin" valueType="num">
                                      <p:cBhvr additive="base">
                                        <p:cTn id="24" dur="800" fill="hold" decel="100000"/>
                                        <p:tgtEl>
                                          <p:spTgt spid="6"/>
                                        </p:tgtEl>
                                        <p:attrNameLst>
                                          <p:attrName>ppt_y</p:attrName>
                                        </p:attrNameLst>
                                      </p:cBhvr>
                                      <p:tavLst>
                                        <p:tav tm="0">
                                          <p:val>
                                            <p:strVal val="#ppt_y+.04"/>
                                          </p:val>
                                        </p:tav>
                                        <p:tav tm="100000">
                                          <p:val>
                                            <p:strVal val="#ppt_y"/>
                                          </p:val>
                                        </p:tav>
                                      </p:tavLst>
                                    </p:anim>
                                  </p:childTnLst>
                                </p:cTn>
                              </p:par>
                              <p:par>
                                <p:cTn id="30" presetID="42" presetClass="entr" presetSubtype="0" fill="hold" nodeType="withEffect">
                                  <p:stCondLst>
                                    <p:cond delay="56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800"/>
                                        <p:tgtEl>
                                          <p:spTgt spid="7"/>
                                        </p:tgtEl>
                                      </p:cBhvr>
                                    </p:animEffect>
                                    <p:anim calcmode="lin" valueType="num">
                                      <p:cBhvr additive="base">
                                        <p:cTn id="28" dur="800" fill="hold" decel="100000"/>
                                        <p:tgtEl>
                                          <p:spTgt spid="7"/>
                                        </p:tgtEl>
                                        <p:attrNameLst>
                                          <p:attrName>ppt_x</p:attrName>
                                        </p:attrNameLst>
                                      </p:cBhvr>
                                      <p:tavLst>
                                        <p:tav tm="0">
                                          <p:val>
                                            <p:strVal val="#ppt_x"/>
                                          </p:val>
                                        </p:tav>
                                        <p:tav tm="100000">
                                          <p:val>
                                            <p:strVal val="#ppt_x"/>
                                          </p:val>
                                        </p:tav>
                                      </p:tavLst>
                                    </p:anim>
                                    <p:anim calcmode="lin" valueType="num">
                                      <p:cBhvr additive="base">
                                        <p:cTn id="29" dur="800" fill="hold" decel="100000"/>
                                        <p:tgtEl>
                                          <p:spTgt spid="7"/>
                                        </p:tgtEl>
                                        <p:attrNameLst>
                                          <p:attrName>ppt_y</p:attrName>
                                        </p:attrNameLst>
                                      </p:cBhvr>
                                      <p:tavLst>
                                        <p:tav tm="0">
                                          <p:val>
                                            <p:strVal val="#ppt_y+.04"/>
                                          </p:val>
                                        </p:tav>
                                        <p:tav tm="100000">
                                          <p:val>
                                            <p:strVal val="#ppt_y"/>
                                          </p:val>
                                        </p:tav>
                                      </p:tavLst>
                                    </p:anim>
                                  </p:childTnLst>
                                </p:cTn>
                              </p:par>
                              <p:par>
                                <p:cTn id="35" presetID="42" presetClass="entr" presetSubtype="0" fill="hold" nodeType="withEffect">
                                  <p:stCondLst>
                                    <p:cond delay="65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800"/>
                                        <p:tgtEl>
                                          <p:spTgt spid="8"/>
                                        </p:tgtEl>
                                      </p:cBhvr>
                                    </p:animEffect>
                                    <p:anim calcmode="lin" valueType="num">
                                      <p:cBhvr additive="base">
                                        <p:cTn id="33" dur="800" fill="hold" decel="100000"/>
                                        <p:tgtEl>
                                          <p:spTgt spid="8"/>
                                        </p:tgtEl>
                                        <p:attrNameLst>
                                          <p:attrName>ppt_x</p:attrName>
                                        </p:attrNameLst>
                                      </p:cBhvr>
                                      <p:tavLst>
                                        <p:tav tm="0">
                                          <p:val>
                                            <p:strVal val="#ppt_x"/>
                                          </p:val>
                                        </p:tav>
                                        <p:tav tm="100000">
                                          <p:val>
                                            <p:strVal val="#ppt_x"/>
                                          </p:val>
                                        </p:tav>
                                      </p:tavLst>
                                    </p:anim>
                                    <p:anim calcmode="lin" valueType="num">
                                      <p:cBhvr additive="base">
                                        <p:cTn id="34" dur="800" fill="hold" decel="100000"/>
                                        <p:tgtEl>
                                          <p:spTgt spid="8"/>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0" descr="pick-photo has-photo">    </p:cNvPr>
          <p:cNvPicPr>
            <a:picLocks noChangeAspect="1"/>
          </p:cNvPicPr>
          <p:nvPr/>
        </p:nvPicPr>
        <p:blipFill>
          <a:blip r:embed="rId2"/>
          <a:stretch>
            <a:fillRect/>
          </a:stretch>
        </p:blipFill>
        <p:spPr>
          <a:xfrm>
            <a:off x="0" y="0"/>
            <a:ext cx="5714817" cy="6857817"/>
          </a:xfrm>
          <a:prstGeom prst="rect">
            <a:avLst/>
          </a:prstGeom>
        </p:spPr>
      </p:pic>
      <p:pic>
        <p:nvPicPr>
          <p:cNvPr id="3" name="L1" descr="pick-inset ins-a">    </p:cNvPr>
          <p:cNvPicPr>
            <a:picLocks noChangeAspect="1"/>
          </p:cNvPicPr>
          <p:nvPr/>
        </p:nvPicPr>
        <p:blipFill>
          <a:blip r:embed="rId3"/>
          <a:stretch>
            <a:fillRect/>
          </a:stretch>
        </p:blipFill>
        <p:spPr>
          <a:xfrm>
            <a:off x="266730" y="895289"/>
            <a:ext cx="5562478" cy="2578059"/>
          </a:xfrm>
          <a:prstGeom prst="rect">
            <a:avLst/>
          </a:prstGeom>
        </p:spPr>
      </p:pic>
      <p:pic>
        <p:nvPicPr>
          <p:cNvPr id="4" name="L2" descr="pick-inset ins-b">    </p:cNvPr>
          <p:cNvPicPr>
            <a:picLocks noChangeAspect="1"/>
          </p:cNvPicPr>
          <p:nvPr/>
        </p:nvPicPr>
        <p:blipFill>
          <a:blip r:embed="rId4"/>
          <a:stretch>
            <a:fillRect/>
          </a:stretch>
        </p:blipFill>
        <p:spPr>
          <a:xfrm>
            <a:off x="1346180" y="3460638"/>
            <a:ext cx="4229009" cy="2539929"/>
          </a:xfrm>
          <a:prstGeom prst="rect">
            <a:avLst/>
          </a:prstGeom>
        </p:spPr>
      </p:pic>
      <p:pic>
        <p:nvPicPr>
          <p:cNvPr id="5" name="L3" descr="of rv">    </p:cNvPr>
          <p:cNvPicPr>
            <a:picLocks noChangeAspect="1"/>
          </p:cNvPicPr>
          <p:nvPr/>
        </p:nvPicPr>
        <p:blipFill>
          <a:blip r:embed="rId5"/>
          <a:stretch>
            <a:fillRect/>
          </a:stretch>
        </p:blipFill>
        <p:spPr>
          <a:xfrm>
            <a:off x="6476878" y="1619220"/>
            <a:ext cx="4952848" cy="190470"/>
          </a:xfrm>
          <a:prstGeom prst="rect">
            <a:avLst/>
          </a:prstGeom>
        </p:spPr>
      </p:pic>
      <p:pic>
        <p:nvPicPr>
          <p:cNvPr id="6" name="L4" descr="rv">    </p:cNvPr>
          <p:cNvPicPr>
            <a:picLocks noChangeAspect="1"/>
          </p:cNvPicPr>
          <p:nvPr/>
        </p:nvPicPr>
        <p:blipFill>
          <a:blip r:embed="rId6"/>
          <a:stretch>
            <a:fillRect/>
          </a:stretch>
        </p:blipFill>
        <p:spPr>
          <a:xfrm>
            <a:off x="6476878" y="1993849"/>
            <a:ext cx="4952848" cy="1454079"/>
          </a:xfrm>
          <a:prstGeom prst="rect">
            <a:avLst/>
          </a:prstGeom>
        </p:spPr>
      </p:pic>
      <p:pic>
        <p:nvPicPr>
          <p:cNvPr id="7" name="L5" descr="where rv">    </p:cNvPr>
          <p:cNvPicPr>
            <a:picLocks noChangeAspect="1"/>
          </p:cNvPicPr>
          <p:nvPr/>
        </p:nvPicPr>
        <p:blipFill>
          <a:blip r:embed="rId7"/>
          <a:stretch>
            <a:fillRect/>
          </a:stretch>
        </p:blipFill>
        <p:spPr>
          <a:xfrm>
            <a:off x="6476878" y="3632088"/>
            <a:ext cx="4952848" cy="222199"/>
          </a:xfrm>
          <a:prstGeom prst="rect">
            <a:avLst/>
          </a:prstGeom>
        </p:spPr>
      </p:pic>
      <p:pic>
        <p:nvPicPr>
          <p:cNvPr id="8" name="L6" descr="desc rv">    </p:cNvPr>
          <p:cNvPicPr>
            <a:picLocks noChangeAspect="1"/>
          </p:cNvPicPr>
          <p:nvPr/>
        </p:nvPicPr>
        <p:blipFill>
          <a:blip r:embed="rId8"/>
          <a:stretch>
            <a:fillRect/>
          </a:stretch>
        </p:blipFill>
        <p:spPr>
          <a:xfrm>
            <a:off x="6476878" y="4038539"/>
            <a:ext cx="4825837" cy="888980"/>
          </a:xfrm>
          <a:prstGeom prst="rect">
            <a:avLst/>
          </a:prstGeom>
        </p:spPr>
      </p:pic>
      <p:pic>
        <p:nvPicPr>
          <p:cNvPr id="9" name="L7" descr="chips2 rv">    </p:cNvPr>
          <p:cNvPicPr>
            <a:picLocks noChangeAspect="1"/>
          </p:cNvPicPr>
          <p:nvPr/>
        </p:nvPicPr>
        <p:blipFill>
          <a:blip r:embed="rId9"/>
          <a:stretch>
            <a:fillRect/>
          </a:stretch>
        </p:blipFill>
        <p:spPr>
          <a:xfrm>
            <a:off x="6476878" y="5111587"/>
            <a:ext cx="4952848" cy="31748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41" fill="hold">
                      <p:stCondLst>
                        <p:cond delay="indefinite"/>
                        <p:cond evt="onBegin" delay="0">
                          <p:tn val="2"/>
                        </p:cond>
                      </p:stCondLst>
                      <p:childTnLst>
                        <p:par>
                          <p:cTn id="42" fill="hold">
                            <p:stCondLst>
                              <p:cond delay="0"/>
                            </p:stCondLst>
                            <p:childTnLst>
                              <p:par>
                                <p:cTn id="5" presetID="22" presetClass="entr" presetSubtype="8" fill="hold" nodeType="afterEffect">
                                  <p:stCondLst>
                                    <p:cond delay="0"/>
                                  </p:stCondLst>
                                  <p:childTnLst>
                                    <p:set>
                                      <p:cBhvr>
                                        <p:cTn id="3" dur="1" fill="hold">
                                          <p:stCondLst>
                                            <p:cond delay="0"/>
                                          </p:stCondLst>
                                        </p:cTn>
                                        <p:tgtEl>
                                          <p:spTgt spid="2"/>
                                        </p:tgtEl>
                                        <p:attrNameLst>
                                          <p:attrName>style.visibility</p:attrName>
                                        </p:attrNameLst>
                                      </p:cBhvr>
                                      <p:to>
                                        <p:strVal val="visible"/>
                                      </p:to>
                                    </p:set>
                                    <p:animEffect transition="in" filter="wipe(left)">
                                      <p:cBhvr>
                                        <p:cTn id="4" dur="1100"/>
                                        <p:tgtEl>
                                          <p:spTgt spid="2"/>
                                        </p:tgtEl>
                                      </p:cBhvr>
                                    </p:animEffect>
                                  </p:childTnLst>
                                </p:cTn>
                              </p:par>
                              <p:par>
                                <p:cTn id="10" presetID="53" presetClass="entr" presetSubtype="16" fill="hold" nodeType="withEffect">
                                  <p:stCondLst>
                                    <p:cond delay="5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600" fill="hold" decel="100000"/>
                                        <p:tgtEl>
                                          <p:spTgt spid="3"/>
                                        </p:tgtEl>
                                        <p:attrNameLst>
                                          <p:attrName>ppt_w</p:attrName>
                                        </p:attrNameLst>
                                      </p:cBhvr>
                                      <p:tavLst>
                                        <p:tav tm="0">
                                          <p:val>
                                            <p:strVal val="0"/>
                                          </p:val>
                                        </p:tav>
                                        <p:tav tm="100000">
                                          <p:val>
                                            <p:strVal val="#ppt_w"/>
                                          </p:val>
                                        </p:tav>
                                      </p:tavLst>
                                    </p:anim>
                                    <p:anim calcmode="lin" valueType="num">
                                      <p:cBhvr additive="base">
                                        <p:cTn id="8" dur="600" fill="hold" decel="100000"/>
                                        <p:tgtEl>
                                          <p:spTgt spid="3"/>
                                        </p:tgtEl>
                                        <p:attrNameLst>
                                          <p:attrName>ppt_h</p:attrName>
                                        </p:attrNameLst>
                                      </p:cBhvr>
                                      <p:tavLst>
                                        <p:tav tm="0">
                                          <p:val>
                                            <p:strVal val="0"/>
                                          </p:val>
                                        </p:tav>
                                        <p:tav tm="100000">
                                          <p:val>
                                            <p:strVal val="#ppt_h"/>
                                          </p:val>
                                        </p:tav>
                                      </p:tavLst>
                                    </p:anim>
                                    <p:animEffect transition="in" filter="fade">
                                      <p:cBhvr>
                                        <p:cTn id="9" dur="600"/>
                                        <p:tgtEl>
                                          <p:spTgt spid="3"/>
                                        </p:tgtEl>
                                      </p:cBhvr>
                                    </p:animEffect>
                                  </p:childTnLst>
                                </p:cTn>
                              </p:par>
                              <p:par>
                                <p:cTn id="15" presetID="53" presetClass="entr" presetSubtype="16" fill="hold" nodeType="withEffect">
                                  <p:stCondLst>
                                    <p:cond delay="80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600" fill="hold" decel="100000"/>
                                        <p:tgtEl>
                                          <p:spTgt spid="4"/>
                                        </p:tgtEl>
                                        <p:attrNameLst>
                                          <p:attrName>ppt_w</p:attrName>
                                        </p:attrNameLst>
                                      </p:cBhvr>
                                      <p:tavLst>
                                        <p:tav tm="0">
                                          <p:val>
                                            <p:strVal val="0"/>
                                          </p:val>
                                        </p:tav>
                                        <p:tav tm="100000">
                                          <p:val>
                                            <p:strVal val="#ppt_w"/>
                                          </p:val>
                                        </p:tav>
                                      </p:tavLst>
                                    </p:anim>
                                    <p:anim calcmode="lin" valueType="num">
                                      <p:cBhvr additive="base">
                                        <p:cTn id="13" dur="600" fill="hold" decel="100000"/>
                                        <p:tgtEl>
                                          <p:spTgt spid="4"/>
                                        </p:tgtEl>
                                        <p:attrNameLst>
                                          <p:attrName>ppt_h</p:attrName>
                                        </p:attrNameLst>
                                      </p:cBhvr>
                                      <p:tavLst>
                                        <p:tav tm="0">
                                          <p:val>
                                            <p:strVal val="0"/>
                                          </p:val>
                                        </p:tav>
                                        <p:tav tm="100000">
                                          <p:val>
                                            <p:strVal val="#ppt_h"/>
                                          </p:val>
                                        </p:tav>
                                      </p:tavLst>
                                    </p:anim>
                                    <p:animEffect transition="in" filter="fade">
                                      <p:cBhvr>
                                        <p:cTn id="14" dur="600"/>
                                        <p:tgtEl>
                                          <p:spTgt spid="4"/>
                                        </p:tgtEl>
                                      </p:cBhvr>
                                    </p:animEffect>
                                  </p:childTnLst>
                                </p:cTn>
                              </p:par>
                              <p:par>
                                <p:cTn id="20" presetID="42" presetClass="entr" presetSubtype="0" fill="hold" nodeType="withEffect">
                                  <p:stCondLst>
                                    <p:cond delay="29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800"/>
                                        <p:tgtEl>
                                          <p:spTgt spid="5"/>
                                        </p:tgtEl>
                                      </p:cBhvr>
                                    </p:animEffect>
                                    <p:anim calcmode="lin" valueType="num">
                                      <p:cBhvr additive="base">
                                        <p:cTn id="18" dur="800" fill="hold" decel="100000"/>
                                        <p:tgtEl>
                                          <p:spTgt spid="5"/>
                                        </p:tgtEl>
                                        <p:attrNameLst>
                                          <p:attrName>ppt_x</p:attrName>
                                        </p:attrNameLst>
                                      </p:cBhvr>
                                      <p:tavLst>
                                        <p:tav tm="0">
                                          <p:val>
                                            <p:strVal val="#ppt_x"/>
                                          </p:val>
                                        </p:tav>
                                        <p:tav tm="100000">
                                          <p:val>
                                            <p:strVal val="#ppt_x"/>
                                          </p:val>
                                        </p:tav>
                                      </p:tavLst>
                                    </p:anim>
                                    <p:anim calcmode="lin" valueType="num">
                                      <p:cBhvr additive="base">
                                        <p:cTn id="19" dur="800" fill="hold" decel="100000"/>
                                        <p:tgtEl>
                                          <p:spTgt spid="5"/>
                                        </p:tgtEl>
                                        <p:attrNameLst>
                                          <p:attrName>ppt_y</p:attrName>
                                        </p:attrNameLst>
                                      </p:cBhvr>
                                      <p:tavLst>
                                        <p:tav tm="0">
                                          <p:val>
                                            <p:strVal val="#ppt_y+.04"/>
                                          </p:val>
                                        </p:tav>
                                        <p:tav tm="100000">
                                          <p:val>
                                            <p:strVal val="#ppt_y"/>
                                          </p:val>
                                        </p:tav>
                                      </p:tavLst>
                                    </p:anim>
                                  </p:childTnLst>
                                </p:cTn>
                              </p:par>
                              <p:par>
                                <p:cTn id="25" presetID="42" presetClass="entr" presetSubtype="0" fill="hold" nodeType="withEffect">
                                  <p:stCondLst>
                                    <p:cond delay="38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800"/>
                                        <p:tgtEl>
                                          <p:spTgt spid="6"/>
                                        </p:tgtEl>
                                      </p:cBhvr>
                                    </p:animEffect>
                                    <p:anim calcmode="lin" valueType="num">
                                      <p:cBhvr additive="base">
                                        <p:cTn id="23" dur="800" fill="hold" decel="100000"/>
                                        <p:tgtEl>
                                          <p:spTgt spid="6"/>
                                        </p:tgtEl>
                                        <p:attrNameLst>
                                          <p:attrName>ppt_x</p:attrName>
                                        </p:attrNameLst>
                                      </p:cBhvr>
                                      <p:tavLst>
                                        <p:tav tm="0">
                                          <p:val>
                                            <p:strVal val="#ppt_x"/>
                                          </p:val>
                                        </p:tav>
                                        <p:tav tm="100000">
                                          <p:val>
                                            <p:strVal val="#ppt_x"/>
                                          </p:val>
                                        </p:tav>
                                      </p:tavLst>
                                    </p:anim>
                                    <p:anim calcmode="lin" valueType="num">
                                      <p:cBhvr additive="base">
                                        <p:cTn id="24" dur="800" fill="hold" decel="100000"/>
                                        <p:tgtEl>
                                          <p:spTgt spid="6"/>
                                        </p:tgtEl>
                                        <p:attrNameLst>
                                          <p:attrName>ppt_y</p:attrName>
                                        </p:attrNameLst>
                                      </p:cBhvr>
                                      <p:tavLst>
                                        <p:tav tm="0">
                                          <p:val>
                                            <p:strVal val="#ppt_y+.04"/>
                                          </p:val>
                                        </p:tav>
                                        <p:tav tm="100000">
                                          <p:val>
                                            <p:strVal val="#ppt_y"/>
                                          </p:val>
                                        </p:tav>
                                      </p:tavLst>
                                    </p:anim>
                                  </p:childTnLst>
                                </p:cTn>
                              </p:par>
                              <p:par>
                                <p:cTn id="30" presetID="42" presetClass="entr" presetSubtype="0" fill="hold" nodeType="withEffect">
                                  <p:stCondLst>
                                    <p:cond delay="47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800"/>
                                        <p:tgtEl>
                                          <p:spTgt spid="7"/>
                                        </p:tgtEl>
                                      </p:cBhvr>
                                    </p:animEffect>
                                    <p:anim calcmode="lin" valueType="num">
                                      <p:cBhvr additive="base">
                                        <p:cTn id="28" dur="800" fill="hold" decel="100000"/>
                                        <p:tgtEl>
                                          <p:spTgt spid="7"/>
                                        </p:tgtEl>
                                        <p:attrNameLst>
                                          <p:attrName>ppt_x</p:attrName>
                                        </p:attrNameLst>
                                      </p:cBhvr>
                                      <p:tavLst>
                                        <p:tav tm="0">
                                          <p:val>
                                            <p:strVal val="#ppt_x"/>
                                          </p:val>
                                        </p:tav>
                                        <p:tav tm="100000">
                                          <p:val>
                                            <p:strVal val="#ppt_x"/>
                                          </p:val>
                                        </p:tav>
                                      </p:tavLst>
                                    </p:anim>
                                    <p:anim calcmode="lin" valueType="num">
                                      <p:cBhvr additive="base">
                                        <p:cTn id="29" dur="800" fill="hold" decel="100000"/>
                                        <p:tgtEl>
                                          <p:spTgt spid="7"/>
                                        </p:tgtEl>
                                        <p:attrNameLst>
                                          <p:attrName>ppt_y</p:attrName>
                                        </p:attrNameLst>
                                      </p:cBhvr>
                                      <p:tavLst>
                                        <p:tav tm="0">
                                          <p:val>
                                            <p:strVal val="#ppt_y+.04"/>
                                          </p:val>
                                        </p:tav>
                                        <p:tav tm="100000">
                                          <p:val>
                                            <p:strVal val="#ppt_y"/>
                                          </p:val>
                                        </p:tav>
                                      </p:tavLst>
                                    </p:anim>
                                  </p:childTnLst>
                                </p:cTn>
                              </p:par>
                              <p:par>
                                <p:cTn id="35" presetID="42" presetClass="entr" presetSubtype="0" fill="hold" nodeType="withEffect">
                                  <p:stCondLst>
                                    <p:cond delay="56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800"/>
                                        <p:tgtEl>
                                          <p:spTgt spid="8"/>
                                        </p:tgtEl>
                                      </p:cBhvr>
                                    </p:animEffect>
                                    <p:anim calcmode="lin" valueType="num">
                                      <p:cBhvr additive="base">
                                        <p:cTn id="33" dur="800" fill="hold" decel="100000"/>
                                        <p:tgtEl>
                                          <p:spTgt spid="8"/>
                                        </p:tgtEl>
                                        <p:attrNameLst>
                                          <p:attrName>ppt_x</p:attrName>
                                        </p:attrNameLst>
                                      </p:cBhvr>
                                      <p:tavLst>
                                        <p:tav tm="0">
                                          <p:val>
                                            <p:strVal val="#ppt_x"/>
                                          </p:val>
                                        </p:tav>
                                        <p:tav tm="100000">
                                          <p:val>
                                            <p:strVal val="#ppt_x"/>
                                          </p:val>
                                        </p:tav>
                                      </p:tavLst>
                                    </p:anim>
                                    <p:anim calcmode="lin" valueType="num">
                                      <p:cBhvr additive="base">
                                        <p:cTn id="34" dur="800" fill="hold" decel="100000"/>
                                        <p:tgtEl>
                                          <p:spTgt spid="8"/>
                                        </p:tgtEl>
                                        <p:attrNameLst>
                                          <p:attrName>ppt_y</p:attrName>
                                        </p:attrNameLst>
                                      </p:cBhvr>
                                      <p:tavLst>
                                        <p:tav tm="0">
                                          <p:val>
                                            <p:strVal val="#ppt_y+.04"/>
                                          </p:val>
                                        </p:tav>
                                        <p:tav tm="100000">
                                          <p:val>
                                            <p:strVal val="#ppt_y"/>
                                          </p:val>
                                        </p:tav>
                                      </p:tavLst>
                                    </p:anim>
                                  </p:childTnLst>
                                </p:cTn>
                              </p:par>
                              <p:par>
                                <p:cTn id="40" presetID="42" presetClass="entr" presetSubtype="0" fill="hold" nodeType="withEffect">
                                  <p:stCondLst>
                                    <p:cond delay="65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800"/>
                                        <p:tgtEl>
                                          <p:spTgt spid="9"/>
                                        </p:tgtEl>
                                      </p:cBhvr>
                                    </p:animEffect>
                                    <p:anim calcmode="lin" valueType="num">
                                      <p:cBhvr additive="base">
                                        <p:cTn id="38" dur="800" fill="hold" decel="100000"/>
                                        <p:tgtEl>
                                          <p:spTgt spid="9"/>
                                        </p:tgtEl>
                                        <p:attrNameLst>
                                          <p:attrName>ppt_x</p:attrName>
                                        </p:attrNameLst>
                                      </p:cBhvr>
                                      <p:tavLst>
                                        <p:tav tm="0">
                                          <p:val>
                                            <p:strVal val="#ppt_x"/>
                                          </p:val>
                                        </p:tav>
                                        <p:tav tm="100000">
                                          <p:val>
                                            <p:strVal val="#ppt_x"/>
                                          </p:val>
                                        </p:tav>
                                      </p:tavLst>
                                    </p:anim>
                                    <p:anim calcmode="lin" valueType="num">
                                      <p:cBhvr additive="base">
                                        <p:cTn id="39" dur="800" fill="hold" decel="100000"/>
                                        <p:tgtEl>
                                          <p:spTgt spid="9"/>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0" descr="pick-photo has-photo">    </p:cNvPr>
          <p:cNvPicPr>
            <a:picLocks noChangeAspect="1"/>
          </p:cNvPicPr>
          <p:nvPr/>
        </p:nvPicPr>
        <p:blipFill>
          <a:blip r:embed="rId2"/>
          <a:stretch>
            <a:fillRect/>
          </a:stretch>
        </p:blipFill>
        <p:spPr>
          <a:xfrm>
            <a:off x="0" y="0"/>
            <a:ext cx="5714817" cy="6857817"/>
          </a:xfrm>
          <a:prstGeom prst="rect">
            <a:avLst/>
          </a:prstGeom>
        </p:spPr>
      </p:pic>
      <p:pic>
        <p:nvPicPr>
          <p:cNvPr id="3" name="L1" descr="of rv">    </p:cNvPr>
          <p:cNvPicPr>
            <a:picLocks noChangeAspect="1"/>
          </p:cNvPicPr>
          <p:nvPr/>
        </p:nvPicPr>
        <p:blipFill>
          <a:blip r:embed="rId3"/>
          <a:stretch>
            <a:fillRect/>
          </a:stretch>
        </p:blipFill>
        <p:spPr>
          <a:xfrm>
            <a:off x="6476878" y="1981139"/>
            <a:ext cx="4952848" cy="190470"/>
          </a:xfrm>
          <a:prstGeom prst="rect">
            <a:avLst/>
          </a:prstGeom>
        </p:spPr>
      </p:pic>
      <p:pic>
        <p:nvPicPr>
          <p:cNvPr id="4" name="L2" descr="rv">    </p:cNvPr>
          <p:cNvPicPr>
            <a:picLocks noChangeAspect="1"/>
          </p:cNvPicPr>
          <p:nvPr/>
        </p:nvPicPr>
        <p:blipFill>
          <a:blip r:embed="rId4"/>
          <a:stretch>
            <a:fillRect/>
          </a:stretch>
        </p:blipFill>
        <p:spPr>
          <a:xfrm>
            <a:off x="6476878" y="2355769"/>
            <a:ext cx="4952848" cy="730240"/>
          </a:xfrm>
          <a:prstGeom prst="rect">
            <a:avLst/>
          </a:prstGeom>
        </p:spPr>
      </p:pic>
      <p:pic>
        <p:nvPicPr>
          <p:cNvPr id="5" name="L3" descr="where rv">    </p:cNvPr>
          <p:cNvPicPr>
            <a:picLocks noChangeAspect="1"/>
          </p:cNvPicPr>
          <p:nvPr/>
        </p:nvPicPr>
        <p:blipFill>
          <a:blip r:embed="rId5"/>
          <a:stretch>
            <a:fillRect/>
          </a:stretch>
        </p:blipFill>
        <p:spPr>
          <a:xfrm>
            <a:off x="6476878" y="3270169"/>
            <a:ext cx="4952848" cy="222199"/>
          </a:xfrm>
          <a:prstGeom prst="rect">
            <a:avLst/>
          </a:prstGeom>
        </p:spPr>
      </p:pic>
      <p:pic>
        <p:nvPicPr>
          <p:cNvPr id="6" name="L4" descr="desc rv">    </p:cNvPr>
          <p:cNvPicPr>
            <a:picLocks noChangeAspect="1"/>
          </p:cNvPicPr>
          <p:nvPr/>
        </p:nvPicPr>
        <p:blipFill>
          <a:blip r:embed="rId6"/>
          <a:stretch>
            <a:fillRect/>
          </a:stretch>
        </p:blipFill>
        <p:spPr>
          <a:xfrm>
            <a:off x="6476878" y="3676528"/>
            <a:ext cx="4825837" cy="888980"/>
          </a:xfrm>
          <a:prstGeom prst="rect">
            <a:avLst/>
          </a:prstGeom>
        </p:spPr>
      </p:pic>
      <p:pic>
        <p:nvPicPr>
          <p:cNvPr id="7" name="L5" descr="chips2 rv">    </p:cNvPr>
          <p:cNvPicPr>
            <a:picLocks noChangeAspect="1"/>
          </p:cNvPicPr>
          <p:nvPr/>
        </p:nvPicPr>
        <p:blipFill>
          <a:blip r:embed="rId7"/>
          <a:stretch>
            <a:fillRect/>
          </a:stretch>
        </p:blipFill>
        <p:spPr>
          <a:xfrm>
            <a:off x="6476878" y="4749668"/>
            <a:ext cx="4952848" cy="31748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2" fill="hold">
                            <p:stCondLst>
                              <p:cond delay="0"/>
                            </p:stCondLst>
                            <p:childTnLst>
                              <p:par>
                                <p:cTn id="5" presetID="22" presetClass="entr" presetSubtype="8" fill="hold" nodeType="afterEffect">
                                  <p:stCondLst>
                                    <p:cond delay="0"/>
                                  </p:stCondLst>
                                  <p:childTnLst>
                                    <p:set>
                                      <p:cBhvr>
                                        <p:cTn id="3" dur="1" fill="hold">
                                          <p:stCondLst>
                                            <p:cond delay="0"/>
                                          </p:stCondLst>
                                        </p:cTn>
                                        <p:tgtEl>
                                          <p:spTgt spid="2"/>
                                        </p:tgtEl>
                                        <p:attrNameLst>
                                          <p:attrName>style.visibility</p:attrName>
                                        </p:attrNameLst>
                                      </p:cBhvr>
                                      <p:to>
                                        <p:strVal val="visible"/>
                                      </p:to>
                                    </p:set>
                                    <p:animEffect transition="in" filter="wipe(left)">
                                      <p:cBhvr>
                                        <p:cTn id="4" dur="1100"/>
                                        <p:tgtEl>
                                          <p:spTgt spid="2"/>
                                        </p:tgtEl>
                                      </p:cBhvr>
                                    </p:animEffect>
                                  </p:childTnLst>
                                </p:cTn>
                              </p:par>
                              <p:par>
                                <p:cTn id="10" presetID="42" presetClass="entr" presetSubtype="0" fill="hold" nodeType="withEffect">
                                  <p:stCondLst>
                                    <p:cond delay="29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p:tgtEl>
                                          <p:spTgt spid="3"/>
                                        </p:tgtEl>
                                      </p:cBhvr>
                                    </p:animEffect>
                                    <p:anim calcmode="lin" valueType="num">
                                      <p:cBhvr additive="base">
                                        <p:cTn id="8" dur="800" fill="hold" decel="100000"/>
                                        <p:tgtEl>
                                          <p:spTgt spid="3"/>
                                        </p:tgtEl>
                                        <p:attrNameLst>
                                          <p:attrName>ppt_x</p:attrName>
                                        </p:attrNameLst>
                                      </p:cBhvr>
                                      <p:tavLst>
                                        <p:tav tm="0">
                                          <p:val>
                                            <p:strVal val="#ppt_x"/>
                                          </p:val>
                                        </p:tav>
                                        <p:tav tm="100000">
                                          <p:val>
                                            <p:strVal val="#ppt_x"/>
                                          </p:val>
                                        </p:tav>
                                      </p:tavLst>
                                    </p:anim>
                                    <p:anim calcmode="lin" valueType="num">
                                      <p:cBhvr additive="base">
                                        <p:cTn id="9" dur="800" fill="hold" decel="100000"/>
                                        <p:tgtEl>
                                          <p:spTgt spid="3"/>
                                        </p:tgtEl>
                                        <p:attrNameLst>
                                          <p:attrName>ppt_y</p:attrName>
                                        </p:attrNameLst>
                                      </p:cBhvr>
                                      <p:tavLst>
                                        <p:tav tm="0">
                                          <p:val>
                                            <p:strVal val="#ppt_y+.04"/>
                                          </p:val>
                                        </p:tav>
                                        <p:tav tm="100000">
                                          <p:val>
                                            <p:strVal val="#ppt_y"/>
                                          </p:val>
                                        </p:tav>
                                      </p:tavLst>
                                    </p:anim>
                                  </p:childTnLst>
                                </p:cTn>
                              </p:par>
                              <p:par>
                                <p:cTn id="15" presetID="42" presetClass="entr" presetSubtype="0" fill="hold" nodeType="withEffect">
                                  <p:stCondLst>
                                    <p:cond delay="38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800"/>
                                        <p:tgtEl>
                                          <p:spTgt spid="4"/>
                                        </p:tgtEl>
                                      </p:cBhvr>
                                    </p:animEffect>
                                    <p:anim calcmode="lin" valueType="num">
                                      <p:cBhvr additive="base">
                                        <p:cTn id="13" dur="800" fill="hold" decel="100000"/>
                                        <p:tgtEl>
                                          <p:spTgt spid="4"/>
                                        </p:tgtEl>
                                        <p:attrNameLst>
                                          <p:attrName>ppt_x</p:attrName>
                                        </p:attrNameLst>
                                      </p:cBhvr>
                                      <p:tavLst>
                                        <p:tav tm="0">
                                          <p:val>
                                            <p:strVal val="#ppt_x"/>
                                          </p:val>
                                        </p:tav>
                                        <p:tav tm="100000">
                                          <p:val>
                                            <p:strVal val="#ppt_x"/>
                                          </p:val>
                                        </p:tav>
                                      </p:tavLst>
                                    </p:anim>
                                    <p:anim calcmode="lin" valueType="num">
                                      <p:cBhvr additive="base">
                                        <p:cTn id="14" dur="800" fill="hold" decel="100000"/>
                                        <p:tgtEl>
                                          <p:spTgt spid="4"/>
                                        </p:tgtEl>
                                        <p:attrNameLst>
                                          <p:attrName>ppt_y</p:attrName>
                                        </p:attrNameLst>
                                      </p:cBhvr>
                                      <p:tavLst>
                                        <p:tav tm="0">
                                          <p:val>
                                            <p:strVal val="#ppt_y+.04"/>
                                          </p:val>
                                        </p:tav>
                                        <p:tav tm="100000">
                                          <p:val>
                                            <p:strVal val="#ppt_y"/>
                                          </p:val>
                                        </p:tav>
                                      </p:tavLst>
                                    </p:anim>
                                  </p:childTnLst>
                                </p:cTn>
                              </p:par>
                              <p:par>
                                <p:cTn id="20" presetID="42" presetClass="entr" presetSubtype="0" fill="hold" nodeType="withEffect">
                                  <p:stCondLst>
                                    <p:cond delay="47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800"/>
                                        <p:tgtEl>
                                          <p:spTgt spid="5"/>
                                        </p:tgtEl>
                                      </p:cBhvr>
                                    </p:animEffect>
                                    <p:anim calcmode="lin" valueType="num">
                                      <p:cBhvr additive="base">
                                        <p:cTn id="18" dur="800" fill="hold" decel="100000"/>
                                        <p:tgtEl>
                                          <p:spTgt spid="5"/>
                                        </p:tgtEl>
                                        <p:attrNameLst>
                                          <p:attrName>ppt_x</p:attrName>
                                        </p:attrNameLst>
                                      </p:cBhvr>
                                      <p:tavLst>
                                        <p:tav tm="0">
                                          <p:val>
                                            <p:strVal val="#ppt_x"/>
                                          </p:val>
                                        </p:tav>
                                        <p:tav tm="100000">
                                          <p:val>
                                            <p:strVal val="#ppt_x"/>
                                          </p:val>
                                        </p:tav>
                                      </p:tavLst>
                                    </p:anim>
                                    <p:anim calcmode="lin" valueType="num">
                                      <p:cBhvr additive="base">
                                        <p:cTn id="19" dur="800" fill="hold" decel="100000"/>
                                        <p:tgtEl>
                                          <p:spTgt spid="5"/>
                                        </p:tgtEl>
                                        <p:attrNameLst>
                                          <p:attrName>ppt_y</p:attrName>
                                        </p:attrNameLst>
                                      </p:cBhvr>
                                      <p:tavLst>
                                        <p:tav tm="0">
                                          <p:val>
                                            <p:strVal val="#ppt_y+.04"/>
                                          </p:val>
                                        </p:tav>
                                        <p:tav tm="100000">
                                          <p:val>
                                            <p:strVal val="#ppt_y"/>
                                          </p:val>
                                        </p:tav>
                                      </p:tavLst>
                                    </p:anim>
                                  </p:childTnLst>
                                </p:cTn>
                              </p:par>
                              <p:par>
                                <p:cTn id="25" presetID="42" presetClass="entr" presetSubtype="0" fill="hold" nodeType="withEffect">
                                  <p:stCondLst>
                                    <p:cond delay="56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800"/>
                                        <p:tgtEl>
                                          <p:spTgt spid="6"/>
                                        </p:tgtEl>
                                      </p:cBhvr>
                                    </p:animEffect>
                                    <p:anim calcmode="lin" valueType="num">
                                      <p:cBhvr additive="base">
                                        <p:cTn id="23" dur="800" fill="hold" decel="100000"/>
                                        <p:tgtEl>
                                          <p:spTgt spid="6"/>
                                        </p:tgtEl>
                                        <p:attrNameLst>
                                          <p:attrName>ppt_x</p:attrName>
                                        </p:attrNameLst>
                                      </p:cBhvr>
                                      <p:tavLst>
                                        <p:tav tm="0">
                                          <p:val>
                                            <p:strVal val="#ppt_x"/>
                                          </p:val>
                                        </p:tav>
                                        <p:tav tm="100000">
                                          <p:val>
                                            <p:strVal val="#ppt_x"/>
                                          </p:val>
                                        </p:tav>
                                      </p:tavLst>
                                    </p:anim>
                                    <p:anim calcmode="lin" valueType="num">
                                      <p:cBhvr additive="base">
                                        <p:cTn id="24" dur="800" fill="hold" decel="100000"/>
                                        <p:tgtEl>
                                          <p:spTgt spid="6"/>
                                        </p:tgtEl>
                                        <p:attrNameLst>
                                          <p:attrName>ppt_y</p:attrName>
                                        </p:attrNameLst>
                                      </p:cBhvr>
                                      <p:tavLst>
                                        <p:tav tm="0">
                                          <p:val>
                                            <p:strVal val="#ppt_y+.04"/>
                                          </p:val>
                                        </p:tav>
                                        <p:tav tm="100000">
                                          <p:val>
                                            <p:strVal val="#ppt_y"/>
                                          </p:val>
                                        </p:tav>
                                      </p:tavLst>
                                    </p:anim>
                                  </p:childTnLst>
                                </p:cTn>
                              </p:par>
                              <p:par>
                                <p:cTn id="30" presetID="42" presetClass="entr" presetSubtype="0" fill="hold" nodeType="withEffect">
                                  <p:stCondLst>
                                    <p:cond delay="65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800"/>
                                        <p:tgtEl>
                                          <p:spTgt spid="7"/>
                                        </p:tgtEl>
                                      </p:cBhvr>
                                    </p:animEffect>
                                    <p:anim calcmode="lin" valueType="num">
                                      <p:cBhvr additive="base">
                                        <p:cTn id="28" dur="800" fill="hold" decel="100000"/>
                                        <p:tgtEl>
                                          <p:spTgt spid="7"/>
                                        </p:tgtEl>
                                        <p:attrNameLst>
                                          <p:attrName>ppt_x</p:attrName>
                                        </p:attrNameLst>
                                      </p:cBhvr>
                                      <p:tavLst>
                                        <p:tav tm="0">
                                          <p:val>
                                            <p:strVal val="#ppt_x"/>
                                          </p:val>
                                        </p:tav>
                                        <p:tav tm="100000">
                                          <p:val>
                                            <p:strVal val="#ppt_x"/>
                                          </p:val>
                                        </p:tav>
                                      </p:tavLst>
                                    </p:anim>
                                    <p:anim calcmode="lin" valueType="num">
                                      <p:cBhvr additive="base">
                                        <p:cTn id="29" dur="800" fill="hold" decel="100000"/>
                                        <p:tgtEl>
                                          <p:spTgt spid="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0" descr="pick-photo has-photo">    </p:cNvPr>
          <p:cNvPicPr>
            <a:picLocks noChangeAspect="1"/>
          </p:cNvPicPr>
          <p:nvPr/>
        </p:nvPicPr>
        <p:blipFill>
          <a:blip r:embed="rId2"/>
          <a:stretch>
            <a:fillRect/>
          </a:stretch>
        </p:blipFill>
        <p:spPr>
          <a:xfrm>
            <a:off x="0" y="0"/>
            <a:ext cx="5714817" cy="6857817"/>
          </a:xfrm>
          <a:prstGeom prst="rect">
            <a:avLst/>
          </a:prstGeom>
        </p:spPr>
      </p:pic>
      <p:pic>
        <p:nvPicPr>
          <p:cNvPr id="3" name="L1" descr="of rv">    </p:cNvPr>
          <p:cNvPicPr>
            <a:picLocks noChangeAspect="1"/>
          </p:cNvPicPr>
          <p:nvPr/>
        </p:nvPicPr>
        <p:blipFill>
          <a:blip r:embed="rId3"/>
          <a:stretch>
            <a:fillRect/>
          </a:stretch>
        </p:blipFill>
        <p:spPr>
          <a:xfrm>
            <a:off x="6476878" y="1981139"/>
            <a:ext cx="4952848" cy="190470"/>
          </a:xfrm>
          <a:prstGeom prst="rect">
            <a:avLst/>
          </a:prstGeom>
        </p:spPr>
      </p:pic>
      <p:pic>
        <p:nvPicPr>
          <p:cNvPr id="4" name="L2" descr="rv">    </p:cNvPr>
          <p:cNvPicPr>
            <a:picLocks noChangeAspect="1"/>
          </p:cNvPicPr>
          <p:nvPr/>
        </p:nvPicPr>
        <p:blipFill>
          <a:blip r:embed="rId4"/>
          <a:stretch>
            <a:fillRect/>
          </a:stretch>
        </p:blipFill>
        <p:spPr>
          <a:xfrm>
            <a:off x="6476878" y="2355769"/>
            <a:ext cx="4952848" cy="730240"/>
          </a:xfrm>
          <a:prstGeom prst="rect">
            <a:avLst/>
          </a:prstGeom>
        </p:spPr>
      </p:pic>
      <p:pic>
        <p:nvPicPr>
          <p:cNvPr id="5" name="L3" descr="where rv">    </p:cNvPr>
          <p:cNvPicPr>
            <a:picLocks noChangeAspect="1"/>
          </p:cNvPicPr>
          <p:nvPr/>
        </p:nvPicPr>
        <p:blipFill>
          <a:blip r:embed="rId5"/>
          <a:stretch>
            <a:fillRect/>
          </a:stretch>
        </p:blipFill>
        <p:spPr>
          <a:xfrm>
            <a:off x="6476878" y="3270169"/>
            <a:ext cx="4952848" cy="222199"/>
          </a:xfrm>
          <a:prstGeom prst="rect">
            <a:avLst/>
          </a:prstGeom>
        </p:spPr>
      </p:pic>
      <p:pic>
        <p:nvPicPr>
          <p:cNvPr id="6" name="L4" descr="desc rv">    </p:cNvPr>
          <p:cNvPicPr>
            <a:picLocks noChangeAspect="1"/>
          </p:cNvPicPr>
          <p:nvPr/>
        </p:nvPicPr>
        <p:blipFill>
          <a:blip r:embed="rId6"/>
          <a:stretch>
            <a:fillRect/>
          </a:stretch>
        </p:blipFill>
        <p:spPr>
          <a:xfrm>
            <a:off x="6476878" y="3676528"/>
            <a:ext cx="4825837" cy="888980"/>
          </a:xfrm>
          <a:prstGeom prst="rect">
            <a:avLst/>
          </a:prstGeom>
        </p:spPr>
      </p:pic>
      <p:pic>
        <p:nvPicPr>
          <p:cNvPr id="7" name="L5" descr="chips2 rv">    </p:cNvPr>
          <p:cNvPicPr>
            <a:picLocks noChangeAspect="1"/>
          </p:cNvPicPr>
          <p:nvPr/>
        </p:nvPicPr>
        <p:blipFill>
          <a:blip r:embed="rId7"/>
          <a:stretch>
            <a:fillRect/>
          </a:stretch>
        </p:blipFill>
        <p:spPr>
          <a:xfrm>
            <a:off x="6476878" y="4749668"/>
            <a:ext cx="4952848" cy="31748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2" fill="hold">
                            <p:stCondLst>
                              <p:cond delay="0"/>
                            </p:stCondLst>
                            <p:childTnLst>
                              <p:par>
                                <p:cTn id="5" presetID="22" presetClass="entr" presetSubtype="8" fill="hold" nodeType="afterEffect">
                                  <p:stCondLst>
                                    <p:cond delay="0"/>
                                  </p:stCondLst>
                                  <p:childTnLst>
                                    <p:set>
                                      <p:cBhvr>
                                        <p:cTn id="3" dur="1" fill="hold">
                                          <p:stCondLst>
                                            <p:cond delay="0"/>
                                          </p:stCondLst>
                                        </p:cTn>
                                        <p:tgtEl>
                                          <p:spTgt spid="2"/>
                                        </p:tgtEl>
                                        <p:attrNameLst>
                                          <p:attrName>style.visibility</p:attrName>
                                        </p:attrNameLst>
                                      </p:cBhvr>
                                      <p:to>
                                        <p:strVal val="visible"/>
                                      </p:to>
                                    </p:set>
                                    <p:animEffect transition="in" filter="wipe(left)">
                                      <p:cBhvr>
                                        <p:cTn id="4" dur="1100"/>
                                        <p:tgtEl>
                                          <p:spTgt spid="2"/>
                                        </p:tgtEl>
                                      </p:cBhvr>
                                    </p:animEffect>
                                  </p:childTnLst>
                                </p:cTn>
                              </p:par>
                              <p:par>
                                <p:cTn id="10" presetID="42" presetClass="entr" presetSubtype="0" fill="hold" nodeType="withEffect">
                                  <p:stCondLst>
                                    <p:cond delay="29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p:tgtEl>
                                          <p:spTgt spid="3"/>
                                        </p:tgtEl>
                                      </p:cBhvr>
                                    </p:animEffect>
                                    <p:anim calcmode="lin" valueType="num">
                                      <p:cBhvr additive="base">
                                        <p:cTn id="8" dur="800" fill="hold" decel="100000"/>
                                        <p:tgtEl>
                                          <p:spTgt spid="3"/>
                                        </p:tgtEl>
                                        <p:attrNameLst>
                                          <p:attrName>ppt_x</p:attrName>
                                        </p:attrNameLst>
                                      </p:cBhvr>
                                      <p:tavLst>
                                        <p:tav tm="0">
                                          <p:val>
                                            <p:strVal val="#ppt_x"/>
                                          </p:val>
                                        </p:tav>
                                        <p:tav tm="100000">
                                          <p:val>
                                            <p:strVal val="#ppt_x"/>
                                          </p:val>
                                        </p:tav>
                                      </p:tavLst>
                                    </p:anim>
                                    <p:anim calcmode="lin" valueType="num">
                                      <p:cBhvr additive="base">
                                        <p:cTn id="9" dur="800" fill="hold" decel="100000"/>
                                        <p:tgtEl>
                                          <p:spTgt spid="3"/>
                                        </p:tgtEl>
                                        <p:attrNameLst>
                                          <p:attrName>ppt_y</p:attrName>
                                        </p:attrNameLst>
                                      </p:cBhvr>
                                      <p:tavLst>
                                        <p:tav tm="0">
                                          <p:val>
                                            <p:strVal val="#ppt_y+.04"/>
                                          </p:val>
                                        </p:tav>
                                        <p:tav tm="100000">
                                          <p:val>
                                            <p:strVal val="#ppt_y"/>
                                          </p:val>
                                        </p:tav>
                                      </p:tavLst>
                                    </p:anim>
                                  </p:childTnLst>
                                </p:cTn>
                              </p:par>
                              <p:par>
                                <p:cTn id="15" presetID="42" presetClass="entr" presetSubtype="0" fill="hold" nodeType="withEffect">
                                  <p:stCondLst>
                                    <p:cond delay="38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800"/>
                                        <p:tgtEl>
                                          <p:spTgt spid="4"/>
                                        </p:tgtEl>
                                      </p:cBhvr>
                                    </p:animEffect>
                                    <p:anim calcmode="lin" valueType="num">
                                      <p:cBhvr additive="base">
                                        <p:cTn id="13" dur="800" fill="hold" decel="100000"/>
                                        <p:tgtEl>
                                          <p:spTgt spid="4"/>
                                        </p:tgtEl>
                                        <p:attrNameLst>
                                          <p:attrName>ppt_x</p:attrName>
                                        </p:attrNameLst>
                                      </p:cBhvr>
                                      <p:tavLst>
                                        <p:tav tm="0">
                                          <p:val>
                                            <p:strVal val="#ppt_x"/>
                                          </p:val>
                                        </p:tav>
                                        <p:tav tm="100000">
                                          <p:val>
                                            <p:strVal val="#ppt_x"/>
                                          </p:val>
                                        </p:tav>
                                      </p:tavLst>
                                    </p:anim>
                                    <p:anim calcmode="lin" valueType="num">
                                      <p:cBhvr additive="base">
                                        <p:cTn id="14" dur="800" fill="hold" decel="100000"/>
                                        <p:tgtEl>
                                          <p:spTgt spid="4"/>
                                        </p:tgtEl>
                                        <p:attrNameLst>
                                          <p:attrName>ppt_y</p:attrName>
                                        </p:attrNameLst>
                                      </p:cBhvr>
                                      <p:tavLst>
                                        <p:tav tm="0">
                                          <p:val>
                                            <p:strVal val="#ppt_y+.04"/>
                                          </p:val>
                                        </p:tav>
                                        <p:tav tm="100000">
                                          <p:val>
                                            <p:strVal val="#ppt_y"/>
                                          </p:val>
                                        </p:tav>
                                      </p:tavLst>
                                    </p:anim>
                                  </p:childTnLst>
                                </p:cTn>
                              </p:par>
                              <p:par>
                                <p:cTn id="20" presetID="42" presetClass="entr" presetSubtype="0" fill="hold" nodeType="withEffect">
                                  <p:stCondLst>
                                    <p:cond delay="47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800"/>
                                        <p:tgtEl>
                                          <p:spTgt spid="5"/>
                                        </p:tgtEl>
                                      </p:cBhvr>
                                    </p:animEffect>
                                    <p:anim calcmode="lin" valueType="num">
                                      <p:cBhvr additive="base">
                                        <p:cTn id="18" dur="800" fill="hold" decel="100000"/>
                                        <p:tgtEl>
                                          <p:spTgt spid="5"/>
                                        </p:tgtEl>
                                        <p:attrNameLst>
                                          <p:attrName>ppt_x</p:attrName>
                                        </p:attrNameLst>
                                      </p:cBhvr>
                                      <p:tavLst>
                                        <p:tav tm="0">
                                          <p:val>
                                            <p:strVal val="#ppt_x"/>
                                          </p:val>
                                        </p:tav>
                                        <p:tav tm="100000">
                                          <p:val>
                                            <p:strVal val="#ppt_x"/>
                                          </p:val>
                                        </p:tav>
                                      </p:tavLst>
                                    </p:anim>
                                    <p:anim calcmode="lin" valueType="num">
                                      <p:cBhvr additive="base">
                                        <p:cTn id="19" dur="800" fill="hold" decel="100000"/>
                                        <p:tgtEl>
                                          <p:spTgt spid="5"/>
                                        </p:tgtEl>
                                        <p:attrNameLst>
                                          <p:attrName>ppt_y</p:attrName>
                                        </p:attrNameLst>
                                      </p:cBhvr>
                                      <p:tavLst>
                                        <p:tav tm="0">
                                          <p:val>
                                            <p:strVal val="#ppt_y+.04"/>
                                          </p:val>
                                        </p:tav>
                                        <p:tav tm="100000">
                                          <p:val>
                                            <p:strVal val="#ppt_y"/>
                                          </p:val>
                                        </p:tav>
                                      </p:tavLst>
                                    </p:anim>
                                  </p:childTnLst>
                                </p:cTn>
                              </p:par>
                              <p:par>
                                <p:cTn id="25" presetID="42" presetClass="entr" presetSubtype="0" fill="hold" nodeType="withEffect">
                                  <p:stCondLst>
                                    <p:cond delay="56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800"/>
                                        <p:tgtEl>
                                          <p:spTgt spid="6"/>
                                        </p:tgtEl>
                                      </p:cBhvr>
                                    </p:animEffect>
                                    <p:anim calcmode="lin" valueType="num">
                                      <p:cBhvr additive="base">
                                        <p:cTn id="23" dur="800" fill="hold" decel="100000"/>
                                        <p:tgtEl>
                                          <p:spTgt spid="6"/>
                                        </p:tgtEl>
                                        <p:attrNameLst>
                                          <p:attrName>ppt_x</p:attrName>
                                        </p:attrNameLst>
                                      </p:cBhvr>
                                      <p:tavLst>
                                        <p:tav tm="0">
                                          <p:val>
                                            <p:strVal val="#ppt_x"/>
                                          </p:val>
                                        </p:tav>
                                        <p:tav tm="100000">
                                          <p:val>
                                            <p:strVal val="#ppt_x"/>
                                          </p:val>
                                        </p:tav>
                                      </p:tavLst>
                                    </p:anim>
                                    <p:anim calcmode="lin" valueType="num">
                                      <p:cBhvr additive="base">
                                        <p:cTn id="24" dur="800" fill="hold" decel="100000"/>
                                        <p:tgtEl>
                                          <p:spTgt spid="6"/>
                                        </p:tgtEl>
                                        <p:attrNameLst>
                                          <p:attrName>ppt_y</p:attrName>
                                        </p:attrNameLst>
                                      </p:cBhvr>
                                      <p:tavLst>
                                        <p:tav tm="0">
                                          <p:val>
                                            <p:strVal val="#ppt_y+.04"/>
                                          </p:val>
                                        </p:tav>
                                        <p:tav tm="100000">
                                          <p:val>
                                            <p:strVal val="#ppt_y"/>
                                          </p:val>
                                        </p:tav>
                                      </p:tavLst>
                                    </p:anim>
                                  </p:childTnLst>
                                </p:cTn>
                              </p:par>
                              <p:par>
                                <p:cTn id="30" presetID="42" presetClass="entr" presetSubtype="0" fill="hold" nodeType="withEffect">
                                  <p:stCondLst>
                                    <p:cond delay="65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800"/>
                                        <p:tgtEl>
                                          <p:spTgt spid="7"/>
                                        </p:tgtEl>
                                      </p:cBhvr>
                                    </p:animEffect>
                                    <p:anim calcmode="lin" valueType="num">
                                      <p:cBhvr additive="base">
                                        <p:cTn id="28" dur="800" fill="hold" decel="100000"/>
                                        <p:tgtEl>
                                          <p:spTgt spid="7"/>
                                        </p:tgtEl>
                                        <p:attrNameLst>
                                          <p:attrName>ppt_x</p:attrName>
                                        </p:attrNameLst>
                                      </p:cBhvr>
                                      <p:tavLst>
                                        <p:tav tm="0">
                                          <p:val>
                                            <p:strVal val="#ppt_x"/>
                                          </p:val>
                                        </p:tav>
                                        <p:tav tm="100000">
                                          <p:val>
                                            <p:strVal val="#ppt_x"/>
                                          </p:val>
                                        </p:tav>
                                      </p:tavLst>
                                    </p:anim>
                                    <p:anim calcmode="lin" valueType="num">
                                      <p:cBhvr additive="base">
                                        <p:cTn id="29" dur="800" fill="hold" decel="100000"/>
                                        <p:tgtEl>
                                          <p:spTgt spid="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0" descr="pick-photo has-photo">    </p:cNvPr>
          <p:cNvPicPr>
            <a:picLocks noChangeAspect="1"/>
          </p:cNvPicPr>
          <p:nvPr/>
        </p:nvPicPr>
        <p:blipFill>
          <a:blip r:embed="rId2"/>
          <a:stretch>
            <a:fillRect/>
          </a:stretch>
        </p:blipFill>
        <p:spPr>
          <a:xfrm>
            <a:off x="0" y="0"/>
            <a:ext cx="5714817" cy="6857817"/>
          </a:xfrm>
          <a:prstGeom prst="rect">
            <a:avLst/>
          </a:prstGeom>
        </p:spPr>
      </p:pic>
      <p:pic>
        <p:nvPicPr>
          <p:cNvPr id="3" name="L1" descr="of rv">    </p:cNvPr>
          <p:cNvPicPr>
            <a:picLocks noChangeAspect="1"/>
          </p:cNvPicPr>
          <p:nvPr/>
        </p:nvPicPr>
        <p:blipFill>
          <a:blip r:embed="rId3"/>
          <a:stretch>
            <a:fillRect/>
          </a:stretch>
        </p:blipFill>
        <p:spPr>
          <a:xfrm>
            <a:off x="6476878" y="2127169"/>
            <a:ext cx="4952848" cy="190470"/>
          </a:xfrm>
          <a:prstGeom prst="rect">
            <a:avLst/>
          </a:prstGeom>
        </p:spPr>
      </p:pic>
      <p:pic>
        <p:nvPicPr>
          <p:cNvPr id="4" name="L2" descr="rv">    </p:cNvPr>
          <p:cNvPicPr>
            <a:picLocks noChangeAspect="1"/>
          </p:cNvPicPr>
          <p:nvPr/>
        </p:nvPicPr>
        <p:blipFill>
          <a:blip r:embed="rId4"/>
          <a:stretch>
            <a:fillRect/>
          </a:stretch>
        </p:blipFill>
        <p:spPr>
          <a:xfrm>
            <a:off x="6476878" y="2501798"/>
            <a:ext cx="4952848" cy="730240"/>
          </a:xfrm>
          <a:prstGeom prst="rect">
            <a:avLst/>
          </a:prstGeom>
        </p:spPr>
      </p:pic>
      <p:pic>
        <p:nvPicPr>
          <p:cNvPr id="5" name="L3" descr="where rv">    </p:cNvPr>
          <p:cNvPicPr>
            <a:picLocks noChangeAspect="1"/>
          </p:cNvPicPr>
          <p:nvPr/>
        </p:nvPicPr>
        <p:blipFill>
          <a:blip r:embed="rId5"/>
          <a:stretch>
            <a:fillRect/>
          </a:stretch>
        </p:blipFill>
        <p:spPr>
          <a:xfrm>
            <a:off x="6476878" y="3416198"/>
            <a:ext cx="4952848" cy="222199"/>
          </a:xfrm>
          <a:prstGeom prst="rect">
            <a:avLst/>
          </a:prstGeom>
        </p:spPr>
      </p:pic>
      <p:pic>
        <p:nvPicPr>
          <p:cNvPr id="6" name="L4" descr="desc rv">    </p:cNvPr>
          <p:cNvPicPr>
            <a:picLocks noChangeAspect="1"/>
          </p:cNvPicPr>
          <p:nvPr/>
        </p:nvPicPr>
        <p:blipFill>
          <a:blip r:embed="rId6"/>
          <a:stretch>
            <a:fillRect/>
          </a:stretch>
        </p:blipFill>
        <p:spPr>
          <a:xfrm>
            <a:off x="6476878" y="3822649"/>
            <a:ext cx="4825837" cy="596920"/>
          </a:xfrm>
          <a:prstGeom prst="rect">
            <a:avLst/>
          </a:prstGeom>
        </p:spPr>
      </p:pic>
      <p:pic>
        <p:nvPicPr>
          <p:cNvPr id="7" name="L5" descr="chips2 rv">    </p:cNvPr>
          <p:cNvPicPr>
            <a:picLocks noChangeAspect="1"/>
          </p:cNvPicPr>
          <p:nvPr/>
        </p:nvPicPr>
        <p:blipFill>
          <a:blip r:embed="rId7"/>
          <a:stretch>
            <a:fillRect/>
          </a:stretch>
        </p:blipFill>
        <p:spPr>
          <a:xfrm>
            <a:off x="6476878" y="4603638"/>
            <a:ext cx="4952848" cy="31748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cond evt="onBegin" delay="0">
                          <p:tn val="2"/>
                        </p:cond>
                      </p:stCondLst>
                      <p:childTnLst>
                        <p:par>
                          <p:cTn id="32" fill="hold">
                            <p:stCondLst>
                              <p:cond delay="0"/>
                            </p:stCondLst>
                            <p:childTnLst>
                              <p:par>
                                <p:cTn id="5" presetID="22" presetClass="entr" presetSubtype="8" fill="hold" nodeType="afterEffect">
                                  <p:stCondLst>
                                    <p:cond delay="0"/>
                                  </p:stCondLst>
                                  <p:childTnLst>
                                    <p:set>
                                      <p:cBhvr>
                                        <p:cTn id="3" dur="1" fill="hold">
                                          <p:stCondLst>
                                            <p:cond delay="0"/>
                                          </p:stCondLst>
                                        </p:cTn>
                                        <p:tgtEl>
                                          <p:spTgt spid="2"/>
                                        </p:tgtEl>
                                        <p:attrNameLst>
                                          <p:attrName>style.visibility</p:attrName>
                                        </p:attrNameLst>
                                      </p:cBhvr>
                                      <p:to>
                                        <p:strVal val="visible"/>
                                      </p:to>
                                    </p:set>
                                    <p:animEffect transition="in" filter="wipe(left)">
                                      <p:cBhvr>
                                        <p:cTn id="4" dur="1100"/>
                                        <p:tgtEl>
                                          <p:spTgt spid="2"/>
                                        </p:tgtEl>
                                      </p:cBhvr>
                                    </p:animEffect>
                                  </p:childTnLst>
                                </p:cTn>
                              </p:par>
                              <p:par>
                                <p:cTn id="10" presetID="42" presetClass="entr" presetSubtype="0" fill="hold" nodeType="withEffect">
                                  <p:stCondLst>
                                    <p:cond delay="29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800"/>
                                        <p:tgtEl>
                                          <p:spTgt spid="3"/>
                                        </p:tgtEl>
                                      </p:cBhvr>
                                    </p:animEffect>
                                    <p:anim calcmode="lin" valueType="num">
                                      <p:cBhvr additive="base">
                                        <p:cTn id="8" dur="800" fill="hold" decel="100000"/>
                                        <p:tgtEl>
                                          <p:spTgt spid="3"/>
                                        </p:tgtEl>
                                        <p:attrNameLst>
                                          <p:attrName>ppt_x</p:attrName>
                                        </p:attrNameLst>
                                      </p:cBhvr>
                                      <p:tavLst>
                                        <p:tav tm="0">
                                          <p:val>
                                            <p:strVal val="#ppt_x"/>
                                          </p:val>
                                        </p:tav>
                                        <p:tav tm="100000">
                                          <p:val>
                                            <p:strVal val="#ppt_x"/>
                                          </p:val>
                                        </p:tav>
                                      </p:tavLst>
                                    </p:anim>
                                    <p:anim calcmode="lin" valueType="num">
                                      <p:cBhvr additive="base">
                                        <p:cTn id="9" dur="800" fill="hold" decel="100000"/>
                                        <p:tgtEl>
                                          <p:spTgt spid="3"/>
                                        </p:tgtEl>
                                        <p:attrNameLst>
                                          <p:attrName>ppt_y</p:attrName>
                                        </p:attrNameLst>
                                      </p:cBhvr>
                                      <p:tavLst>
                                        <p:tav tm="0">
                                          <p:val>
                                            <p:strVal val="#ppt_y+.04"/>
                                          </p:val>
                                        </p:tav>
                                        <p:tav tm="100000">
                                          <p:val>
                                            <p:strVal val="#ppt_y"/>
                                          </p:val>
                                        </p:tav>
                                      </p:tavLst>
                                    </p:anim>
                                  </p:childTnLst>
                                </p:cTn>
                              </p:par>
                              <p:par>
                                <p:cTn id="15" presetID="42" presetClass="entr" presetSubtype="0" fill="hold" nodeType="withEffect">
                                  <p:stCondLst>
                                    <p:cond delay="38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800"/>
                                        <p:tgtEl>
                                          <p:spTgt spid="4"/>
                                        </p:tgtEl>
                                      </p:cBhvr>
                                    </p:animEffect>
                                    <p:anim calcmode="lin" valueType="num">
                                      <p:cBhvr additive="base">
                                        <p:cTn id="13" dur="800" fill="hold" decel="100000"/>
                                        <p:tgtEl>
                                          <p:spTgt spid="4"/>
                                        </p:tgtEl>
                                        <p:attrNameLst>
                                          <p:attrName>ppt_x</p:attrName>
                                        </p:attrNameLst>
                                      </p:cBhvr>
                                      <p:tavLst>
                                        <p:tav tm="0">
                                          <p:val>
                                            <p:strVal val="#ppt_x"/>
                                          </p:val>
                                        </p:tav>
                                        <p:tav tm="100000">
                                          <p:val>
                                            <p:strVal val="#ppt_x"/>
                                          </p:val>
                                        </p:tav>
                                      </p:tavLst>
                                    </p:anim>
                                    <p:anim calcmode="lin" valueType="num">
                                      <p:cBhvr additive="base">
                                        <p:cTn id="14" dur="800" fill="hold" decel="100000"/>
                                        <p:tgtEl>
                                          <p:spTgt spid="4"/>
                                        </p:tgtEl>
                                        <p:attrNameLst>
                                          <p:attrName>ppt_y</p:attrName>
                                        </p:attrNameLst>
                                      </p:cBhvr>
                                      <p:tavLst>
                                        <p:tav tm="0">
                                          <p:val>
                                            <p:strVal val="#ppt_y+.04"/>
                                          </p:val>
                                        </p:tav>
                                        <p:tav tm="100000">
                                          <p:val>
                                            <p:strVal val="#ppt_y"/>
                                          </p:val>
                                        </p:tav>
                                      </p:tavLst>
                                    </p:anim>
                                  </p:childTnLst>
                                </p:cTn>
                              </p:par>
                              <p:par>
                                <p:cTn id="20" presetID="42" presetClass="entr" presetSubtype="0" fill="hold" nodeType="withEffect">
                                  <p:stCondLst>
                                    <p:cond delay="47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800"/>
                                        <p:tgtEl>
                                          <p:spTgt spid="5"/>
                                        </p:tgtEl>
                                      </p:cBhvr>
                                    </p:animEffect>
                                    <p:anim calcmode="lin" valueType="num">
                                      <p:cBhvr additive="base">
                                        <p:cTn id="18" dur="800" fill="hold" decel="100000"/>
                                        <p:tgtEl>
                                          <p:spTgt spid="5"/>
                                        </p:tgtEl>
                                        <p:attrNameLst>
                                          <p:attrName>ppt_x</p:attrName>
                                        </p:attrNameLst>
                                      </p:cBhvr>
                                      <p:tavLst>
                                        <p:tav tm="0">
                                          <p:val>
                                            <p:strVal val="#ppt_x"/>
                                          </p:val>
                                        </p:tav>
                                        <p:tav tm="100000">
                                          <p:val>
                                            <p:strVal val="#ppt_x"/>
                                          </p:val>
                                        </p:tav>
                                      </p:tavLst>
                                    </p:anim>
                                    <p:anim calcmode="lin" valueType="num">
                                      <p:cBhvr additive="base">
                                        <p:cTn id="19" dur="800" fill="hold" decel="100000"/>
                                        <p:tgtEl>
                                          <p:spTgt spid="5"/>
                                        </p:tgtEl>
                                        <p:attrNameLst>
                                          <p:attrName>ppt_y</p:attrName>
                                        </p:attrNameLst>
                                      </p:cBhvr>
                                      <p:tavLst>
                                        <p:tav tm="0">
                                          <p:val>
                                            <p:strVal val="#ppt_y+.04"/>
                                          </p:val>
                                        </p:tav>
                                        <p:tav tm="100000">
                                          <p:val>
                                            <p:strVal val="#ppt_y"/>
                                          </p:val>
                                        </p:tav>
                                      </p:tavLst>
                                    </p:anim>
                                  </p:childTnLst>
                                </p:cTn>
                              </p:par>
                              <p:par>
                                <p:cTn id="25" presetID="42" presetClass="entr" presetSubtype="0" fill="hold" nodeType="withEffect">
                                  <p:stCondLst>
                                    <p:cond delay="56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800"/>
                                        <p:tgtEl>
                                          <p:spTgt spid="6"/>
                                        </p:tgtEl>
                                      </p:cBhvr>
                                    </p:animEffect>
                                    <p:anim calcmode="lin" valueType="num">
                                      <p:cBhvr additive="base">
                                        <p:cTn id="23" dur="800" fill="hold" decel="100000"/>
                                        <p:tgtEl>
                                          <p:spTgt spid="6"/>
                                        </p:tgtEl>
                                        <p:attrNameLst>
                                          <p:attrName>ppt_x</p:attrName>
                                        </p:attrNameLst>
                                      </p:cBhvr>
                                      <p:tavLst>
                                        <p:tav tm="0">
                                          <p:val>
                                            <p:strVal val="#ppt_x"/>
                                          </p:val>
                                        </p:tav>
                                        <p:tav tm="100000">
                                          <p:val>
                                            <p:strVal val="#ppt_x"/>
                                          </p:val>
                                        </p:tav>
                                      </p:tavLst>
                                    </p:anim>
                                    <p:anim calcmode="lin" valueType="num">
                                      <p:cBhvr additive="base">
                                        <p:cTn id="24" dur="800" fill="hold" decel="100000"/>
                                        <p:tgtEl>
                                          <p:spTgt spid="6"/>
                                        </p:tgtEl>
                                        <p:attrNameLst>
                                          <p:attrName>ppt_y</p:attrName>
                                        </p:attrNameLst>
                                      </p:cBhvr>
                                      <p:tavLst>
                                        <p:tav tm="0">
                                          <p:val>
                                            <p:strVal val="#ppt_y+.04"/>
                                          </p:val>
                                        </p:tav>
                                        <p:tav tm="100000">
                                          <p:val>
                                            <p:strVal val="#ppt_y"/>
                                          </p:val>
                                        </p:tav>
                                      </p:tavLst>
                                    </p:anim>
                                  </p:childTnLst>
                                </p:cTn>
                              </p:par>
                              <p:par>
                                <p:cTn id="30" presetID="42" presetClass="entr" presetSubtype="0" fill="hold" nodeType="withEffect">
                                  <p:stCondLst>
                                    <p:cond delay="65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800"/>
                                        <p:tgtEl>
                                          <p:spTgt spid="7"/>
                                        </p:tgtEl>
                                      </p:cBhvr>
                                    </p:animEffect>
                                    <p:anim calcmode="lin" valueType="num">
                                      <p:cBhvr additive="base">
                                        <p:cTn id="28" dur="800" fill="hold" decel="100000"/>
                                        <p:tgtEl>
                                          <p:spTgt spid="7"/>
                                        </p:tgtEl>
                                        <p:attrNameLst>
                                          <p:attrName>ppt_x</p:attrName>
                                        </p:attrNameLst>
                                      </p:cBhvr>
                                      <p:tavLst>
                                        <p:tav tm="0">
                                          <p:val>
                                            <p:strVal val="#ppt_x"/>
                                          </p:val>
                                        </p:tav>
                                        <p:tav tm="100000">
                                          <p:val>
                                            <p:strVal val="#ppt_x"/>
                                          </p:val>
                                        </p:tav>
                                      </p:tavLst>
                                    </p:anim>
                                    <p:anim calcmode="lin" valueType="num">
                                      <p:cBhvr additive="base">
                                        <p:cTn id="29" dur="800" fill="hold" decel="100000"/>
                                        <p:tgtEl>
                                          <p:spTgt spid="7"/>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0" descr="headline rv">    </p:cNvPr>
          <p:cNvPicPr>
            <a:picLocks noChangeAspect="1"/>
          </p:cNvPicPr>
          <p:nvPr/>
        </p:nvPicPr>
        <p:blipFill>
          <a:blip r:embed="rId2"/>
          <a:stretch>
            <a:fillRect/>
          </a:stretch>
        </p:blipFill>
        <p:spPr>
          <a:xfrm>
            <a:off x="761970" y="952439"/>
            <a:ext cx="3936858" cy="1117580"/>
          </a:xfrm>
          <a:prstGeom prst="rect">
            <a:avLst/>
          </a:prstGeom>
        </p:spPr>
      </p:pic>
      <p:pic>
        <p:nvPicPr>
          <p:cNvPr id="3" name="L1" descr="countdown rv">    </p:cNvPr>
          <p:cNvPicPr>
            <a:picLocks noChangeAspect="1"/>
          </p:cNvPicPr>
          <p:nvPr/>
        </p:nvPicPr>
        <p:blipFill>
          <a:blip r:embed="rId3"/>
          <a:stretch>
            <a:fillRect/>
          </a:stretch>
        </p:blipFill>
        <p:spPr>
          <a:xfrm>
            <a:off x="761970" y="2324039"/>
            <a:ext cx="3936858" cy="2006559"/>
          </a:xfrm>
          <a:prstGeom prst="rect">
            <a:avLst/>
          </a:prstGeom>
        </p:spPr>
      </p:pic>
      <p:pic>
        <p:nvPicPr>
          <p:cNvPr id="4" name="L2" descr="rv">    </p:cNvPr>
          <p:cNvPicPr>
            <a:picLocks noChangeAspect="1"/>
          </p:cNvPicPr>
          <p:nvPr/>
        </p:nvPicPr>
        <p:blipFill>
          <a:blip r:embed="rId4"/>
          <a:stretch>
            <a:fillRect/>
          </a:stretch>
        </p:blipFill>
        <p:spPr>
          <a:xfrm>
            <a:off x="5333878" y="952439"/>
            <a:ext cx="6095848" cy="857250"/>
          </a:xfrm>
          <a:prstGeom prst="rect">
            <a:avLst/>
          </a:prstGeom>
        </p:spPr>
      </p:pic>
      <p:pic>
        <p:nvPicPr>
          <p:cNvPr id="5" name="L3" descr="rv">    </p:cNvPr>
          <p:cNvPicPr>
            <a:picLocks noChangeAspect="1"/>
          </p:cNvPicPr>
          <p:nvPr/>
        </p:nvPicPr>
        <p:blipFill>
          <a:blip r:embed="rId5"/>
          <a:stretch>
            <a:fillRect/>
          </a:stretch>
        </p:blipFill>
        <p:spPr>
          <a:xfrm>
            <a:off x="5333878" y="1803380"/>
            <a:ext cx="6095848" cy="857250"/>
          </a:xfrm>
          <a:prstGeom prst="rect">
            <a:avLst/>
          </a:prstGeom>
        </p:spPr>
      </p:pic>
      <p:pic>
        <p:nvPicPr>
          <p:cNvPr id="6" name="L4" descr="rv">    </p:cNvPr>
          <p:cNvPicPr>
            <a:picLocks noChangeAspect="1"/>
          </p:cNvPicPr>
          <p:nvPr/>
        </p:nvPicPr>
        <p:blipFill>
          <a:blip r:embed="rId6"/>
          <a:stretch>
            <a:fillRect/>
          </a:stretch>
        </p:blipFill>
        <p:spPr>
          <a:xfrm>
            <a:off x="5333878" y="2654229"/>
            <a:ext cx="6095848" cy="857250"/>
          </a:xfrm>
          <a:prstGeom prst="rect">
            <a:avLst/>
          </a:prstGeom>
        </p:spPr>
      </p:pic>
      <p:pic>
        <p:nvPicPr>
          <p:cNvPr id="7" name="L5" descr="rv">    </p:cNvPr>
          <p:cNvPicPr>
            <a:picLocks noChangeAspect="1"/>
          </p:cNvPicPr>
          <p:nvPr/>
        </p:nvPicPr>
        <p:blipFill>
          <a:blip r:embed="rId7"/>
          <a:stretch>
            <a:fillRect/>
          </a:stretch>
        </p:blipFill>
        <p:spPr>
          <a:xfrm>
            <a:off x="5333878" y="3505078"/>
            <a:ext cx="6095848" cy="857250"/>
          </a:xfrm>
          <a:prstGeom prst="rect">
            <a:avLst/>
          </a:prstGeom>
        </p:spPr>
      </p:pic>
      <p:pic>
        <p:nvPicPr>
          <p:cNvPr id="8" name="L6" descr="rv">    </p:cNvPr>
          <p:cNvPicPr>
            <a:picLocks noChangeAspect="1"/>
          </p:cNvPicPr>
          <p:nvPr/>
        </p:nvPicPr>
        <p:blipFill>
          <a:blip r:embed="rId8"/>
          <a:stretch>
            <a:fillRect/>
          </a:stretch>
        </p:blipFill>
        <p:spPr>
          <a:xfrm>
            <a:off x="5333878" y="4356019"/>
            <a:ext cx="6095848" cy="863559"/>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8" fill="hold">
                      <p:stCondLst>
                        <p:cond delay="indefinite"/>
                        <p:cond evt="onBegin" delay="0">
                          <p:tn val="2"/>
                        </p:cond>
                      </p:stCondLst>
                      <p:childTnLst>
                        <p:par>
                          <p:cTn id="39" fill="hold">
                            <p:stCondLst>
                              <p:cond delay="0"/>
                            </p:stCondLst>
                            <p:childTnLst>
                              <p:par>
                                <p:cTn id="7" presetID="42" presetClass="entr" presetSubtype="0" fill="hold" nodeType="afterEffect">
                                  <p:stCondLst>
                                    <p:cond delay="200"/>
                                  </p:stCondLst>
                                  <p:childTnLst>
                                    <p:set>
                                      <p:cBhvr>
                                        <p:cTn id="3" dur="1" fill="hold">
                                          <p:stCondLst>
                                            <p:cond delay="0"/>
                                          </p:stCondLst>
                                        </p:cTn>
                                        <p:tgtEl>
                                          <p:spTgt spid="2"/>
                                        </p:tgtEl>
                                        <p:attrNameLst>
                                          <p:attrName>style.visibility</p:attrName>
                                        </p:attrNameLst>
                                      </p:cBhvr>
                                      <p:to>
                                        <p:strVal val="visible"/>
                                      </p:to>
                                    </p:set>
                                    <p:animEffect transition="in" filter="fade">
                                      <p:cBhvr>
                                        <p:cTn id="4" dur="800"/>
                                        <p:tgtEl>
                                          <p:spTgt spid="2"/>
                                        </p:tgtEl>
                                      </p:cBhvr>
                                    </p:animEffect>
                                    <p:anim calcmode="lin" valueType="num">
                                      <p:cBhvr additive="base">
                                        <p:cTn id="5" dur="800" fill="hold" decel="100000"/>
                                        <p:tgtEl>
                                          <p:spTgt spid="2"/>
                                        </p:tgtEl>
                                        <p:attrNameLst>
                                          <p:attrName>ppt_x</p:attrName>
                                        </p:attrNameLst>
                                      </p:cBhvr>
                                      <p:tavLst>
                                        <p:tav tm="0">
                                          <p:val>
                                            <p:strVal val="#ppt_x"/>
                                          </p:val>
                                        </p:tav>
                                        <p:tav tm="100000">
                                          <p:val>
                                            <p:strVal val="#ppt_x"/>
                                          </p:val>
                                        </p:tav>
                                      </p:tavLst>
                                    </p:anim>
                                    <p:anim calcmode="lin" valueType="num">
                                      <p:cBhvr additive="base">
                                        <p:cTn id="6" dur="800" fill="hold" decel="100000"/>
                                        <p:tgtEl>
                                          <p:spTgt spid="2"/>
                                        </p:tgtEl>
                                        <p:attrNameLst>
                                          <p:attrName>ppt_y</p:attrName>
                                        </p:attrNameLst>
                                      </p:cBhvr>
                                      <p:tavLst>
                                        <p:tav tm="0">
                                          <p:val>
                                            <p:strVal val="#ppt_y+.04"/>
                                          </p:val>
                                        </p:tav>
                                        <p:tav tm="100000">
                                          <p:val>
                                            <p:strVal val="#ppt_y"/>
                                          </p:val>
                                        </p:tav>
                                      </p:tavLst>
                                    </p:anim>
                                  </p:childTnLst>
                                </p:cTn>
                              </p:par>
                              <p:par>
                                <p:cTn id="12" presetID="42" presetClass="entr" presetSubtype="0" fill="hold" nodeType="withEffect">
                                  <p:stCondLst>
                                    <p:cond delay="29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800"/>
                                        <p:tgtEl>
                                          <p:spTgt spid="3"/>
                                        </p:tgtEl>
                                      </p:cBhvr>
                                    </p:animEffect>
                                    <p:anim calcmode="lin" valueType="num">
                                      <p:cBhvr additive="base">
                                        <p:cTn id="10" dur="800" fill="hold" decel="100000"/>
                                        <p:tgtEl>
                                          <p:spTgt spid="3"/>
                                        </p:tgtEl>
                                        <p:attrNameLst>
                                          <p:attrName>ppt_x</p:attrName>
                                        </p:attrNameLst>
                                      </p:cBhvr>
                                      <p:tavLst>
                                        <p:tav tm="0">
                                          <p:val>
                                            <p:strVal val="#ppt_x"/>
                                          </p:val>
                                        </p:tav>
                                        <p:tav tm="100000">
                                          <p:val>
                                            <p:strVal val="#ppt_x"/>
                                          </p:val>
                                        </p:tav>
                                      </p:tavLst>
                                    </p:anim>
                                    <p:anim calcmode="lin" valueType="num">
                                      <p:cBhvr additive="base">
                                        <p:cTn id="11" dur="800" fill="hold" decel="100000"/>
                                        <p:tgtEl>
                                          <p:spTgt spid="3"/>
                                        </p:tgtEl>
                                        <p:attrNameLst>
                                          <p:attrName>ppt_y</p:attrName>
                                        </p:attrNameLst>
                                      </p:cBhvr>
                                      <p:tavLst>
                                        <p:tav tm="0">
                                          <p:val>
                                            <p:strVal val="#ppt_y+.04"/>
                                          </p:val>
                                        </p:tav>
                                        <p:tav tm="100000">
                                          <p:val>
                                            <p:strVal val="#ppt_y"/>
                                          </p:val>
                                        </p:tav>
                                      </p:tavLst>
                                    </p:anim>
                                  </p:childTnLst>
                                </p:cTn>
                              </p:par>
                              <p:par>
                                <p:cTn id="17" presetID="42" presetClass="entr" presetSubtype="0" fill="hold" nodeType="withEffect">
                                  <p:stCondLst>
                                    <p:cond delay="38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800"/>
                                        <p:tgtEl>
                                          <p:spTgt spid="4"/>
                                        </p:tgtEl>
                                      </p:cBhvr>
                                    </p:animEffect>
                                    <p:anim calcmode="lin" valueType="num">
                                      <p:cBhvr additive="base">
                                        <p:cTn id="15" dur="800" fill="hold" decel="100000"/>
                                        <p:tgtEl>
                                          <p:spTgt spid="4"/>
                                        </p:tgtEl>
                                        <p:attrNameLst>
                                          <p:attrName>ppt_x</p:attrName>
                                        </p:attrNameLst>
                                      </p:cBhvr>
                                      <p:tavLst>
                                        <p:tav tm="0">
                                          <p:val>
                                            <p:strVal val="#ppt_x"/>
                                          </p:val>
                                        </p:tav>
                                        <p:tav tm="100000">
                                          <p:val>
                                            <p:strVal val="#ppt_x"/>
                                          </p:val>
                                        </p:tav>
                                      </p:tavLst>
                                    </p:anim>
                                    <p:anim calcmode="lin" valueType="num">
                                      <p:cBhvr additive="base">
                                        <p:cTn id="16" dur="800" fill="hold" decel="100000"/>
                                        <p:tgtEl>
                                          <p:spTgt spid="4"/>
                                        </p:tgtEl>
                                        <p:attrNameLst>
                                          <p:attrName>ppt_y</p:attrName>
                                        </p:attrNameLst>
                                      </p:cBhvr>
                                      <p:tavLst>
                                        <p:tav tm="0">
                                          <p:val>
                                            <p:strVal val="#ppt_y+.04"/>
                                          </p:val>
                                        </p:tav>
                                        <p:tav tm="100000">
                                          <p:val>
                                            <p:strVal val="#ppt_y"/>
                                          </p:val>
                                        </p:tav>
                                      </p:tavLst>
                                    </p:anim>
                                  </p:childTnLst>
                                </p:cTn>
                              </p:par>
                              <p:par>
                                <p:cTn id="22" presetID="42" presetClass="entr" presetSubtype="0" fill="hold" nodeType="withEffect">
                                  <p:stCondLst>
                                    <p:cond delay="47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800"/>
                                        <p:tgtEl>
                                          <p:spTgt spid="5"/>
                                        </p:tgtEl>
                                      </p:cBhvr>
                                    </p:animEffect>
                                    <p:anim calcmode="lin" valueType="num">
                                      <p:cBhvr additive="base">
                                        <p:cTn id="20" dur="800" fill="hold" decel="100000"/>
                                        <p:tgtEl>
                                          <p:spTgt spid="5"/>
                                        </p:tgtEl>
                                        <p:attrNameLst>
                                          <p:attrName>ppt_x</p:attrName>
                                        </p:attrNameLst>
                                      </p:cBhvr>
                                      <p:tavLst>
                                        <p:tav tm="0">
                                          <p:val>
                                            <p:strVal val="#ppt_x"/>
                                          </p:val>
                                        </p:tav>
                                        <p:tav tm="100000">
                                          <p:val>
                                            <p:strVal val="#ppt_x"/>
                                          </p:val>
                                        </p:tav>
                                      </p:tavLst>
                                    </p:anim>
                                    <p:anim calcmode="lin" valueType="num">
                                      <p:cBhvr additive="base">
                                        <p:cTn id="21" dur="800" fill="hold" decel="100000"/>
                                        <p:tgtEl>
                                          <p:spTgt spid="5"/>
                                        </p:tgtEl>
                                        <p:attrNameLst>
                                          <p:attrName>ppt_y</p:attrName>
                                        </p:attrNameLst>
                                      </p:cBhvr>
                                      <p:tavLst>
                                        <p:tav tm="0">
                                          <p:val>
                                            <p:strVal val="#ppt_y+.04"/>
                                          </p:val>
                                        </p:tav>
                                        <p:tav tm="100000">
                                          <p:val>
                                            <p:strVal val="#ppt_y"/>
                                          </p:val>
                                        </p:tav>
                                      </p:tavLst>
                                    </p:anim>
                                  </p:childTnLst>
                                </p:cTn>
                              </p:par>
                              <p:par>
                                <p:cTn id="27" presetID="42" presetClass="entr" presetSubtype="0" fill="hold" nodeType="withEffect">
                                  <p:stCondLst>
                                    <p:cond delay="56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800"/>
                                        <p:tgtEl>
                                          <p:spTgt spid="6"/>
                                        </p:tgtEl>
                                      </p:cBhvr>
                                    </p:animEffect>
                                    <p:anim calcmode="lin" valueType="num">
                                      <p:cBhvr additive="base">
                                        <p:cTn id="25" dur="800" fill="hold" decel="100000"/>
                                        <p:tgtEl>
                                          <p:spTgt spid="6"/>
                                        </p:tgtEl>
                                        <p:attrNameLst>
                                          <p:attrName>ppt_x</p:attrName>
                                        </p:attrNameLst>
                                      </p:cBhvr>
                                      <p:tavLst>
                                        <p:tav tm="0">
                                          <p:val>
                                            <p:strVal val="#ppt_x"/>
                                          </p:val>
                                        </p:tav>
                                        <p:tav tm="100000">
                                          <p:val>
                                            <p:strVal val="#ppt_x"/>
                                          </p:val>
                                        </p:tav>
                                      </p:tavLst>
                                    </p:anim>
                                    <p:anim calcmode="lin" valueType="num">
                                      <p:cBhvr additive="base">
                                        <p:cTn id="26" dur="800" fill="hold" decel="100000"/>
                                        <p:tgtEl>
                                          <p:spTgt spid="6"/>
                                        </p:tgtEl>
                                        <p:attrNameLst>
                                          <p:attrName>ppt_y</p:attrName>
                                        </p:attrNameLst>
                                      </p:cBhvr>
                                      <p:tavLst>
                                        <p:tav tm="0">
                                          <p:val>
                                            <p:strVal val="#ppt_y+.04"/>
                                          </p:val>
                                        </p:tav>
                                        <p:tav tm="100000">
                                          <p:val>
                                            <p:strVal val="#ppt_y"/>
                                          </p:val>
                                        </p:tav>
                                      </p:tavLst>
                                    </p:anim>
                                  </p:childTnLst>
                                </p:cTn>
                              </p:par>
                              <p:par>
                                <p:cTn id="32" presetID="42" presetClass="entr" presetSubtype="0" fill="hold" nodeType="withEffect">
                                  <p:stCondLst>
                                    <p:cond delay="65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800"/>
                                        <p:tgtEl>
                                          <p:spTgt spid="7"/>
                                        </p:tgtEl>
                                      </p:cBhvr>
                                    </p:animEffect>
                                    <p:anim calcmode="lin" valueType="num">
                                      <p:cBhvr additive="base">
                                        <p:cTn id="30" dur="800" fill="hold" decel="100000"/>
                                        <p:tgtEl>
                                          <p:spTgt spid="7"/>
                                        </p:tgtEl>
                                        <p:attrNameLst>
                                          <p:attrName>ppt_x</p:attrName>
                                        </p:attrNameLst>
                                      </p:cBhvr>
                                      <p:tavLst>
                                        <p:tav tm="0">
                                          <p:val>
                                            <p:strVal val="#ppt_x"/>
                                          </p:val>
                                        </p:tav>
                                        <p:tav tm="100000">
                                          <p:val>
                                            <p:strVal val="#ppt_x"/>
                                          </p:val>
                                        </p:tav>
                                      </p:tavLst>
                                    </p:anim>
                                    <p:anim calcmode="lin" valueType="num">
                                      <p:cBhvr additive="base">
                                        <p:cTn id="31" dur="800" fill="hold" decel="100000"/>
                                        <p:tgtEl>
                                          <p:spTgt spid="7"/>
                                        </p:tgtEl>
                                        <p:attrNameLst>
                                          <p:attrName>ppt_y</p:attrName>
                                        </p:attrNameLst>
                                      </p:cBhvr>
                                      <p:tavLst>
                                        <p:tav tm="0">
                                          <p:val>
                                            <p:strVal val="#ppt_y+.04"/>
                                          </p:val>
                                        </p:tav>
                                        <p:tav tm="100000">
                                          <p:val>
                                            <p:strVal val="#ppt_y"/>
                                          </p:val>
                                        </p:tav>
                                      </p:tavLst>
                                    </p:anim>
                                  </p:childTnLst>
                                </p:cTn>
                              </p:par>
                              <p:par>
                                <p:cTn id="37" presetID="42" presetClass="entr" presetSubtype="0" fill="hold" nodeType="withEffect">
                                  <p:stCondLst>
                                    <p:cond delay="74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800"/>
                                        <p:tgtEl>
                                          <p:spTgt spid="8"/>
                                        </p:tgtEl>
                                      </p:cBhvr>
                                    </p:animEffect>
                                    <p:anim calcmode="lin" valueType="num">
                                      <p:cBhvr additive="base">
                                        <p:cTn id="35" dur="800" fill="hold" decel="100000"/>
                                        <p:tgtEl>
                                          <p:spTgt spid="8"/>
                                        </p:tgtEl>
                                        <p:attrNameLst>
                                          <p:attrName>ppt_x</p:attrName>
                                        </p:attrNameLst>
                                      </p:cBhvr>
                                      <p:tavLst>
                                        <p:tav tm="0">
                                          <p:val>
                                            <p:strVal val="#ppt_x"/>
                                          </p:val>
                                        </p:tav>
                                        <p:tav tm="100000">
                                          <p:val>
                                            <p:strVal val="#ppt_x"/>
                                          </p:val>
                                        </p:tav>
                                      </p:tavLst>
                                    </p:anim>
                                    <p:anim calcmode="lin" valueType="num">
                                      <p:cBhvr additive="base">
                                        <p:cTn id="36" dur="800" fill="hold" decel="100000"/>
                                        <p:tgtEl>
                                          <p:spTgt spid="8"/>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0" descr="headline rv">    </p:cNvPr>
          <p:cNvPicPr>
            <a:picLocks noChangeAspect="1"/>
          </p:cNvPicPr>
          <p:nvPr/>
        </p:nvPicPr>
        <p:blipFill>
          <a:blip r:embed="rId2"/>
          <a:stretch>
            <a:fillRect/>
          </a:stretch>
        </p:blipFill>
        <p:spPr>
          <a:xfrm>
            <a:off x="761970" y="1219170"/>
            <a:ext cx="5270327" cy="1123889"/>
          </a:xfrm>
          <a:prstGeom prst="rect">
            <a:avLst/>
          </a:prstGeom>
        </p:spPr>
      </p:pic>
      <p:pic>
        <p:nvPicPr>
          <p:cNvPr id="3" name="L1" descr="lede rv">    </p:cNvPr>
          <p:cNvPicPr>
            <a:picLocks noChangeAspect="1"/>
          </p:cNvPicPr>
          <p:nvPr/>
        </p:nvPicPr>
        <p:blipFill>
          <a:blip r:embed="rId3"/>
          <a:stretch>
            <a:fillRect/>
          </a:stretch>
        </p:blipFill>
        <p:spPr>
          <a:xfrm>
            <a:off x="761970" y="2527219"/>
            <a:ext cx="5270327" cy="749259"/>
          </a:xfrm>
          <a:prstGeom prst="rect">
            <a:avLst/>
          </a:prstGeom>
        </p:spPr>
      </p:pic>
      <p:pic>
        <p:nvPicPr>
          <p:cNvPr id="4" name="L2" descr="people rv">    </p:cNvPr>
          <p:cNvPicPr>
            <a:picLocks noChangeAspect="1"/>
          </p:cNvPicPr>
          <p:nvPr/>
        </p:nvPicPr>
        <p:blipFill>
          <a:blip r:embed="rId4"/>
          <a:stretch>
            <a:fillRect/>
          </a:stretch>
        </p:blipFill>
        <p:spPr>
          <a:xfrm>
            <a:off x="6603797" y="1238189"/>
            <a:ext cx="4825837" cy="4571909"/>
          </a:xfrm>
          <a:prstGeom prst="rect">
            <a:avLst/>
          </a:prstGeom>
        </p:spPr>
      </p:pic>
      <p:pic>
        <p:nvPicPr>
          <p:cNvPr id="5" name="L3" descr="offers rv">    </p:cNvPr>
          <p:cNvPicPr>
            <a:picLocks noChangeAspect="1"/>
          </p:cNvPicPr>
          <p:nvPr/>
        </p:nvPicPr>
        <p:blipFill>
          <a:blip r:embed="rId5"/>
          <a:stretch>
            <a:fillRect/>
          </a:stretch>
        </p:blipFill>
        <p:spPr>
          <a:xfrm>
            <a:off x="761970" y="3460638"/>
            <a:ext cx="5270327" cy="1320759"/>
          </a:xfrm>
          <a:prstGeom prst="rect">
            <a:avLst/>
          </a:prstGeom>
        </p:spPr>
      </p:pic>
      <p:pic>
        <p:nvPicPr>
          <p:cNvPr id="6" name="L4" descr="reach rv">    </p:cNvPr>
          <p:cNvPicPr>
            <a:picLocks noChangeAspect="1"/>
          </p:cNvPicPr>
          <p:nvPr/>
        </p:nvPicPr>
        <p:blipFill>
          <a:blip r:embed="rId6"/>
          <a:stretch>
            <a:fillRect/>
          </a:stretch>
        </p:blipFill>
        <p:spPr>
          <a:xfrm>
            <a:off x="761970" y="4965558"/>
            <a:ext cx="5270327" cy="863559"/>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28" fill="hold">
                      <p:stCondLst>
                        <p:cond delay="indefinite"/>
                        <p:cond evt="onBegin" delay="0">
                          <p:tn val="2"/>
                        </p:cond>
                      </p:stCondLst>
                      <p:childTnLst>
                        <p:par>
                          <p:cTn id="29" fill="hold">
                            <p:stCondLst>
                              <p:cond delay="0"/>
                            </p:stCondLst>
                            <p:childTnLst>
                              <p:par>
                                <p:cTn id="7" presetID="42" presetClass="entr" presetSubtype="0" fill="hold" nodeType="afterEffect">
                                  <p:stCondLst>
                                    <p:cond delay="200"/>
                                  </p:stCondLst>
                                  <p:childTnLst>
                                    <p:set>
                                      <p:cBhvr>
                                        <p:cTn id="3" dur="1" fill="hold">
                                          <p:stCondLst>
                                            <p:cond delay="0"/>
                                          </p:stCondLst>
                                        </p:cTn>
                                        <p:tgtEl>
                                          <p:spTgt spid="2"/>
                                        </p:tgtEl>
                                        <p:attrNameLst>
                                          <p:attrName>style.visibility</p:attrName>
                                        </p:attrNameLst>
                                      </p:cBhvr>
                                      <p:to>
                                        <p:strVal val="visible"/>
                                      </p:to>
                                    </p:set>
                                    <p:animEffect transition="in" filter="fade">
                                      <p:cBhvr>
                                        <p:cTn id="4" dur="800"/>
                                        <p:tgtEl>
                                          <p:spTgt spid="2"/>
                                        </p:tgtEl>
                                      </p:cBhvr>
                                    </p:animEffect>
                                    <p:anim calcmode="lin" valueType="num">
                                      <p:cBhvr additive="base">
                                        <p:cTn id="5" dur="800" fill="hold" decel="100000"/>
                                        <p:tgtEl>
                                          <p:spTgt spid="2"/>
                                        </p:tgtEl>
                                        <p:attrNameLst>
                                          <p:attrName>ppt_x</p:attrName>
                                        </p:attrNameLst>
                                      </p:cBhvr>
                                      <p:tavLst>
                                        <p:tav tm="0">
                                          <p:val>
                                            <p:strVal val="#ppt_x"/>
                                          </p:val>
                                        </p:tav>
                                        <p:tav tm="100000">
                                          <p:val>
                                            <p:strVal val="#ppt_x"/>
                                          </p:val>
                                        </p:tav>
                                      </p:tavLst>
                                    </p:anim>
                                    <p:anim calcmode="lin" valueType="num">
                                      <p:cBhvr additive="base">
                                        <p:cTn id="6" dur="800" fill="hold" decel="100000"/>
                                        <p:tgtEl>
                                          <p:spTgt spid="2"/>
                                        </p:tgtEl>
                                        <p:attrNameLst>
                                          <p:attrName>ppt_y</p:attrName>
                                        </p:attrNameLst>
                                      </p:cBhvr>
                                      <p:tavLst>
                                        <p:tav tm="0">
                                          <p:val>
                                            <p:strVal val="#ppt_y+.04"/>
                                          </p:val>
                                        </p:tav>
                                        <p:tav tm="100000">
                                          <p:val>
                                            <p:strVal val="#ppt_y"/>
                                          </p:val>
                                        </p:tav>
                                      </p:tavLst>
                                    </p:anim>
                                  </p:childTnLst>
                                </p:cTn>
                              </p:par>
                              <p:par>
                                <p:cTn id="12" presetID="42" presetClass="entr" presetSubtype="0" fill="hold" nodeType="withEffect">
                                  <p:stCondLst>
                                    <p:cond delay="29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800"/>
                                        <p:tgtEl>
                                          <p:spTgt spid="3"/>
                                        </p:tgtEl>
                                      </p:cBhvr>
                                    </p:animEffect>
                                    <p:anim calcmode="lin" valueType="num">
                                      <p:cBhvr additive="base">
                                        <p:cTn id="10" dur="800" fill="hold" decel="100000"/>
                                        <p:tgtEl>
                                          <p:spTgt spid="3"/>
                                        </p:tgtEl>
                                        <p:attrNameLst>
                                          <p:attrName>ppt_x</p:attrName>
                                        </p:attrNameLst>
                                      </p:cBhvr>
                                      <p:tavLst>
                                        <p:tav tm="0">
                                          <p:val>
                                            <p:strVal val="#ppt_x"/>
                                          </p:val>
                                        </p:tav>
                                        <p:tav tm="100000">
                                          <p:val>
                                            <p:strVal val="#ppt_x"/>
                                          </p:val>
                                        </p:tav>
                                      </p:tavLst>
                                    </p:anim>
                                    <p:anim calcmode="lin" valueType="num">
                                      <p:cBhvr additive="base">
                                        <p:cTn id="11" dur="800" fill="hold" decel="100000"/>
                                        <p:tgtEl>
                                          <p:spTgt spid="3"/>
                                        </p:tgtEl>
                                        <p:attrNameLst>
                                          <p:attrName>ppt_y</p:attrName>
                                        </p:attrNameLst>
                                      </p:cBhvr>
                                      <p:tavLst>
                                        <p:tav tm="0">
                                          <p:val>
                                            <p:strVal val="#ppt_y+.04"/>
                                          </p:val>
                                        </p:tav>
                                        <p:tav tm="100000">
                                          <p:val>
                                            <p:strVal val="#ppt_y"/>
                                          </p:val>
                                        </p:tav>
                                      </p:tavLst>
                                    </p:anim>
                                  </p:childTnLst>
                                </p:cTn>
                              </p:par>
                              <p:par>
                                <p:cTn id="17" presetID="42" presetClass="entr" presetSubtype="0" fill="hold" nodeType="withEffect">
                                  <p:stCondLst>
                                    <p:cond delay="29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800"/>
                                        <p:tgtEl>
                                          <p:spTgt spid="4"/>
                                        </p:tgtEl>
                                      </p:cBhvr>
                                    </p:animEffect>
                                    <p:anim calcmode="lin" valueType="num">
                                      <p:cBhvr additive="base">
                                        <p:cTn id="15" dur="800" fill="hold" decel="100000"/>
                                        <p:tgtEl>
                                          <p:spTgt spid="4"/>
                                        </p:tgtEl>
                                        <p:attrNameLst>
                                          <p:attrName>ppt_x</p:attrName>
                                        </p:attrNameLst>
                                      </p:cBhvr>
                                      <p:tavLst>
                                        <p:tav tm="0">
                                          <p:val>
                                            <p:strVal val="#ppt_x"/>
                                          </p:val>
                                        </p:tav>
                                        <p:tav tm="100000">
                                          <p:val>
                                            <p:strVal val="#ppt_x"/>
                                          </p:val>
                                        </p:tav>
                                      </p:tavLst>
                                    </p:anim>
                                    <p:anim calcmode="lin" valueType="num">
                                      <p:cBhvr additive="base">
                                        <p:cTn id="16" dur="800" fill="hold" decel="100000"/>
                                        <p:tgtEl>
                                          <p:spTgt spid="4"/>
                                        </p:tgtEl>
                                        <p:attrNameLst>
                                          <p:attrName>ppt_y</p:attrName>
                                        </p:attrNameLst>
                                      </p:cBhvr>
                                      <p:tavLst>
                                        <p:tav tm="0">
                                          <p:val>
                                            <p:strVal val="#ppt_y+.04"/>
                                          </p:val>
                                        </p:tav>
                                        <p:tav tm="100000">
                                          <p:val>
                                            <p:strVal val="#ppt_y"/>
                                          </p:val>
                                        </p:tav>
                                      </p:tavLst>
                                    </p:anim>
                                  </p:childTnLst>
                                </p:cTn>
                              </p:par>
                              <p:par>
                                <p:cTn id="22" presetID="42" presetClass="entr" presetSubtype="0" fill="hold" nodeType="withEffect">
                                  <p:stCondLst>
                                    <p:cond delay="38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800"/>
                                        <p:tgtEl>
                                          <p:spTgt spid="5"/>
                                        </p:tgtEl>
                                      </p:cBhvr>
                                    </p:animEffect>
                                    <p:anim calcmode="lin" valueType="num">
                                      <p:cBhvr additive="base">
                                        <p:cTn id="20" dur="800" fill="hold" decel="100000"/>
                                        <p:tgtEl>
                                          <p:spTgt spid="5"/>
                                        </p:tgtEl>
                                        <p:attrNameLst>
                                          <p:attrName>ppt_x</p:attrName>
                                        </p:attrNameLst>
                                      </p:cBhvr>
                                      <p:tavLst>
                                        <p:tav tm="0">
                                          <p:val>
                                            <p:strVal val="#ppt_x"/>
                                          </p:val>
                                        </p:tav>
                                        <p:tav tm="100000">
                                          <p:val>
                                            <p:strVal val="#ppt_x"/>
                                          </p:val>
                                        </p:tav>
                                      </p:tavLst>
                                    </p:anim>
                                    <p:anim calcmode="lin" valueType="num">
                                      <p:cBhvr additive="base">
                                        <p:cTn id="21" dur="800" fill="hold" decel="100000"/>
                                        <p:tgtEl>
                                          <p:spTgt spid="5"/>
                                        </p:tgtEl>
                                        <p:attrNameLst>
                                          <p:attrName>ppt_y</p:attrName>
                                        </p:attrNameLst>
                                      </p:cBhvr>
                                      <p:tavLst>
                                        <p:tav tm="0">
                                          <p:val>
                                            <p:strVal val="#ppt_y+.04"/>
                                          </p:val>
                                        </p:tav>
                                        <p:tav tm="100000">
                                          <p:val>
                                            <p:strVal val="#ppt_y"/>
                                          </p:val>
                                        </p:tav>
                                      </p:tavLst>
                                    </p:anim>
                                  </p:childTnLst>
                                </p:cTn>
                              </p:par>
                              <p:par>
                                <p:cTn id="27" presetID="42" presetClass="entr" presetSubtype="0" fill="hold" nodeType="withEffect">
                                  <p:stCondLst>
                                    <p:cond delay="47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800"/>
                                        <p:tgtEl>
                                          <p:spTgt spid="6"/>
                                        </p:tgtEl>
                                      </p:cBhvr>
                                    </p:animEffect>
                                    <p:anim calcmode="lin" valueType="num">
                                      <p:cBhvr additive="base">
                                        <p:cTn id="25" dur="800" fill="hold" decel="100000"/>
                                        <p:tgtEl>
                                          <p:spTgt spid="6"/>
                                        </p:tgtEl>
                                        <p:attrNameLst>
                                          <p:attrName>ppt_x</p:attrName>
                                        </p:attrNameLst>
                                      </p:cBhvr>
                                      <p:tavLst>
                                        <p:tav tm="0">
                                          <p:val>
                                            <p:strVal val="#ppt_x"/>
                                          </p:val>
                                        </p:tav>
                                        <p:tav tm="100000">
                                          <p:val>
                                            <p:strVal val="#ppt_x"/>
                                          </p:val>
                                        </p:tav>
                                      </p:tavLst>
                                    </p:anim>
                                    <p:anim calcmode="lin" valueType="num">
                                      <p:cBhvr additive="base">
                                        <p:cTn id="26" dur="800" fill="hold" decel="100000"/>
                                        <p:tgtEl>
                                          <p:spTgt spid="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L0" descr="flag-bar v">    </p:cNvPr>
          <p:cNvPicPr>
            <a:picLocks noChangeAspect="1"/>
          </p:cNvPicPr>
          <p:nvPr/>
        </p:nvPicPr>
        <p:blipFill>
          <a:blip r:embed="rId2"/>
          <a:stretch>
            <a:fillRect/>
          </a:stretch>
        </p:blipFill>
        <p:spPr>
          <a:xfrm>
            <a:off x="3955969" y="0"/>
            <a:ext cx="1314450" cy="6857817"/>
          </a:xfrm>
          <a:prstGeom prst="rect">
            <a:avLst/>
          </a:prstGeom>
        </p:spPr>
      </p:pic>
      <p:pic>
        <p:nvPicPr>
          <p:cNvPr id="3" name="L1" descr="flag-bar h">    </p:cNvPr>
          <p:cNvPicPr>
            <a:picLocks noChangeAspect="1"/>
          </p:cNvPicPr>
          <p:nvPr/>
        </p:nvPicPr>
        <p:blipFill>
          <a:blip r:embed="rId3"/>
          <a:stretch>
            <a:fillRect/>
          </a:stretch>
        </p:blipFill>
        <p:spPr>
          <a:xfrm>
            <a:off x="0" y="2939979"/>
            <a:ext cx="12191695" cy="977859"/>
          </a:xfrm>
          <a:prstGeom prst="rect">
            <a:avLst/>
          </a:prstGeom>
        </p:spPr>
      </p:pic>
      <p:pic>
        <p:nvPicPr>
          <p:cNvPr id="4" name="L2" descr="/tmp/claude-0/-home-user-cbs-ai-kickoff-2026-27/63f29855-ad37-5ac2-86fd-85365d41441a/scratchpad/pptx/layers/s27_L2.jpg">    </p:cNvPr>
          <p:cNvPicPr>
            <a:picLocks noChangeAspect="1"/>
          </p:cNvPicPr>
          <p:nvPr/>
        </p:nvPicPr>
        <p:blipFill>
          <a:blip r:embed="rId4"/>
          <a:stretch>
            <a:fillRect/>
          </a:stretch>
        </p:blipFill>
        <p:spPr>
          <a:xfrm>
            <a:off x="1015990" y="1689080"/>
            <a:ext cx="850849" cy="1435059"/>
          </a:xfrm>
          <a:prstGeom prst="rect">
            <a:avLst/>
          </a:prstGeom>
        </p:spPr>
      </p:pic>
      <p:pic>
        <p:nvPicPr>
          <p:cNvPr id="5" name="L3" descr="/tmp/claude-0/-home-user-cbs-ai-kickoff-2026-27/63f29855-ad37-5ac2-86fd-85365d41441a/scratchpad/pptx/layers/s27_L3.jpg">    </p:cNvPr>
          <p:cNvPicPr>
            <a:picLocks noChangeAspect="1"/>
          </p:cNvPicPr>
          <p:nvPr/>
        </p:nvPicPr>
        <p:blipFill>
          <a:blip r:embed="rId5"/>
          <a:stretch>
            <a:fillRect/>
          </a:stretch>
        </p:blipFill>
        <p:spPr>
          <a:xfrm>
            <a:off x="1860530" y="1689080"/>
            <a:ext cx="838139" cy="1435059"/>
          </a:xfrm>
          <a:prstGeom prst="rect">
            <a:avLst/>
          </a:prstGeom>
        </p:spPr>
      </p:pic>
      <p:pic>
        <p:nvPicPr>
          <p:cNvPr id="6" name="L4" descr="/tmp/claude-0/-home-user-cbs-ai-kickoff-2026-27/63f29855-ad37-5ac2-86fd-85365d41441a/scratchpad/pptx/layers/s27_L4.jpg">    </p:cNvPr>
          <p:cNvPicPr>
            <a:picLocks noChangeAspect="1"/>
          </p:cNvPicPr>
          <p:nvPr/>
        </p:nvPicPr>
        <p:blipFill>
          <a:blip r:embed="rId6"/>
          <a:stretch>
            <a:fillRect/>
          </a:stretch>
        </p:blipFill>
        <p:spPr>
          <a:xfrm>
            <a:off x="2692359" y="1689080"/>
            <a:ext cx="825520" cy="1435059"/>
          </a:xfrm>
          <a:prstGeom prst="rect">
            <a:avLst/>
          </a:prstGeom>
        </p:spPr>
      </p:pic>
      <p:pic>
        <p:nvPicPr>
          <p:cNvPr id="7" name="L5" descr="q-sub rv">    </p:cNvPr>
          <p:cNvPicPr>
            <a:picLocks noChangeAspect="1"/>
          </p:cNvPicPr>
          <p:nvPr/>
        </p:nvPicPr>
        <p:blipFill>
          <a:blip r:embed="rId7"/>
          <a:stretch>
            <a:fillRect/>
          </a:stretch>
        </p:blipFill>
        <p:spPr>
          <a:xfrm>
            <a:off x="1015990" y="3346338"/>
            <a:ext cx="10159716" cy="317480"/>
          </a:xfrm>
          <a:prstGeom prst="rect">
            <a:avLst/>
          </a:prstGeom>
        </p:spPr>
      </p:pic>
      <p:pic>
        <p:nvPicPr>
          <p:cNvPr id="8" name="L6" descr="/tmp/claude-0/-home-user-cbs-ai-kickoff-2026-27/63f29855-ad37-5ac2-86fd-85365d41441a/scratchpad/pptx/layers/s27_L5.jpg">    </p:cNvPr>
          <p:cNvPicPr>
            <a:picLocks noChangeAspect="1"/>
          </p:cNvPicPr>
          <p:nvPr/>
        </p:nvPicPr>
        <p:blipFill>
          <a:blip r:embed="rId8"/>
          <a:stretch>
            <a:fillRect/>
          </a:stretch>
        </p:blipFill>
        <p:spPr>
          <a:xfrm>
            <a:off x="3517788" y="1689080"/>
            <a:ext cx="558790" cy="1435059"/>
          </a:xfrm>
          <a:prstGeom prst="rect">
            <a:avLst/>
          </a:prstGeom>
        </p:spPr>
      </p:pic>
      <p:pic>
        <p:nvPicPr>
          <p:cNvPr id="9" name="L7" descr="chips rv">    </p:cNvPr>
          <p:cNvPicPr>
            <a:picLocks noChangeAspect="1"/>
          </p:cNvPicPr>
          <p:nvPr/>
        </p:nvPicPr>
        <p:blipFill>
          <a:blip r:embed="rId9"/>
          <a:stretch>
            <a:fillRect/>
          </a:stretch>
        </p:blipFill>
        <p:spPr>
          <a:xfrm>
            <a:off x="1015990" y="3886109"/>
            <a:ext cx="9524756" cy="869960"/>
          </a:xfrm>
          <a:prstGeom prst="rect">
            <a:avLst/>
          </a:prstGeom>
        </p:spPr>
      </p:pic>
      <p:pic>
        <p:nvPicPr>
          <p:cNvPr id="10" name="L8" descr="/tmp/claude-0/-home-user-cbs-ai-kickoff-2026-27/63f29855-ad37-5ac2-86fd-85365d41441a/scratchpad/pptx/layers/s27_L6.jpg">    </p:cNvPr>
          <p:cNvPicPr>
            <a:picLocks noChangeAspect="1"/>
          </p:cNvPicPr>
          <p:nvPr/>
        </p:nvPicPr>
        <p:blipFill>
          <a:blip r:embed="rId10"/>
          <a:stretch>
            <a:fillRect/>
          </a:stretch>
        </p:blipFill>
        <p:spPr>
          <a:xfrm>
            <a:off x="4070269" y="1689080"/>
            <a:ext cx="800100" cy="1435059"/>
          </a:xfrm>
          <a:prstGeom prst="rect">
            <a:avLst/>
          </a:prstGeom>
        </p:spPr>
      </p:pic>
      <p:pic>
        <p:nvPicPr>
          <p:cNvPr id="11" name="L9" descr="q-foot rv">    </p:cNvPr>
          <p:cNvPicPr>
            <a:picLocks noChangeAspect="1"/>
          </p:cNvPicPr>
          <p:nvPr/>
        </p:nvPicPr>
        <p:blipFill>
          <a:blip r:embed="rId11"/>
          <a:stretch>
            <a:fillRect/>
          </a:stretch>
        </p:blipFill>
        <p:spPr>
          <a:xfrm>
            <a:off x="1015990" y="4978268"/>
            <a:ext cx="10159716" cy="190470"/>
          </a:xfrm>
          <a:prstGeom prst="rect">
            <a:avLst/>
          </a:prstGeom>
        </p:spPr>
      </p:pic>
      <p:pic>
        <p:nvPicPr>
          <p:cNvPr id="12" name="L10" descr="/tmp/claude-0/-home-user-cbs-ai-kickoff-2026-27/63f29855-ad37-5ac2-86fd-85365d41441a/scratchpad/pptx/layers/s27_L7.jpg">    </p:cNvPr>
          <p:cNvPicPr>
            <a:picLocks noChangeAspect="1"/>
          </p:cNvPicPr>
          <p:nvPr/>
        </p:nvPicPr>
        <p:blipFill>
          <a:blip r:embed="rId12"/>
          <a:stretch>
            <a:fillRect/>
          </a:stretch>
        </p:blipFill>
        <p:spPr>
          <a:xfrm>
            <a:off x="4863968" y="1689080"/>
            <a:ext cx="742950" cy="1435059"/>
          </a:xfrm>
          <a:prstGeom prst="rect">
            <a:avLst/>
          </a:prstGeom>
        </p:spPr>
      </p:pic>
      <p:pic>
        <p:nvPicPr>
          <p:cNvPr id="13" name="L11" descr="/tmp/claude-0/-home-user-cbs-ai-kickoff-2026-27/63f29855-ad37-5ac2-86fd-85365d41441a/scratchpad/pptx/layers/s27_L8.jpg">    </p:cNvPr>
          <p:cNvPicPr>
            <a:picLocks noChangeAspect="1"/>
          </p:cNvPicPr>
          <p:nvPr/>
        </p:nvPicPr>
        <p:blipFill>
          <a:blip r:embed="rId13"/>
          <a:stretch>
            <a:fillRect/>
          </a:stretch>
        </p:blipFill>
        <p:spPr>
          <a:xfrm>
            <a:off x="5606918" y="1689080"/>
            <a:ext cx="1289030" cy="1435059"/>
          </a:xfrm>
          <a:prstGeom prst="rect">
            <a:avLst/>
          </a:prstGeom>
        </p:spPr>
      </p:pic>
      <p:pic>
        <p:nvPicPr>
          <p:cNvPr id="14" name="L12" descr="/tmp/claude-0/-home-user-cbs-ai-kickoff-2026-27/63f29855-ad37-5ac2-86fd-85365d41441a/scratchpad/pptx/layers/s27_L9.jpg">    </p:cNvPr>
          <p:cNvPicPr>
            <a:picLocks noChangeAspect="1"/>
          </p:cNvPicPr>
          <p:nvPr/>
        </p:nvPicPr>
        <p:blipFill>
          <a:blip r:embed="rId14"/>
          <a:stretch>
            <a:fillRect/>
          </a:stretch>
        </p:blipFill>
        <p:spPr>
          <a:xfrm>
            <a:off x="6889547" y="1689080"/>
            <a:ext cx="787390" cy="1435059"/>
          </a:xfrm>
          <a:prstGeom prst="rect">
            <a:avLst/>
          </a:prstGeom>
        </p:spPr>
      </p:pic>
      <p:pic>
        <p:nvPicPr>
          <p:cNvPr id="15" name="L13" descr="/tmp/claude-0/-home-user-cbs-ai-kickoff-2026-27/63f29855-ad37-5ac2-86fd-85365d41441a/scratchpad/pptx/layers/s27_L10.jpg">    </p:cNvPr>
          <p:cNvPicPr>
            <a:picLocks noChangeAspect="1"/>
          </p:cNvPicPr>
          <p:nvPr/>
        </p:nvPicPr>
        <p:blipFill>
          <a:blip r:embed="rId15"/>
          <a:stretch>
            <a:fillRect/>
          </a:stretch>
        </p:blipFill>
        <p:spPr>
          <a:xfrm>
            <a:off x="7670627" y="1689080"/>
            <a:ext cx="298460" cy="1435059"/>
          </a:xfrm>
          <a:prstGeom prst="rect">
            <a:avLst/>
          </a:prstGeom>
        </p:spPr>
      </p:pic>
      <p:pic>
        <p:nvPicPr>
          <p:cNvPr id="16" name="L14" descr="/tmp/claude-0/-home-user-cbs-ai-kickoff-2026-27/63f29855-ad37-5ac2-86fd-85365d41441a/scratchpad/pptx/layers/s27_L11.jpg">    </p:cNvPr>
          <p:cNvPicPr>
            <a:picLocks noChangeAspect="1"/>
          </p:cNvPicPr>
          <p:nvPr/>
        </p:nvPicPr>
        <p:blipFill>
          <a:blip r:embed="rId16"/>
          <a:stretch>
            <a:fillRect/>
          </a:stretch>
        </p:blipFill>
        <p:spPr>
          <a:xfrm>
            <a:off x="7962687" y="1689080"/>
            <a:ext cx="558790" cy="1435059"/>
          </a:xfrm>
          <a:prstGeom prst="rect">
            <a:avLst/>
          </a:prstGeom>
        </p:spPr>
      </p:pic>
    </p:spTree>
  </p:cSld>
  <p:clrMapOvr>
    <a:masterClrMapping/>
  </p:clrMapOvr>
  <p:transition spd="slow">
    <p:push dir="l"/>
  </p:transition>
  <p:timing>
    <p:tnLst>
      <p:par>
        <p:cTn id="1" dur="indefinite" restart="never" nodeType="tmRoot">
          <p:childTnLst>
            <p:seq concurrent="1" nextAc="seek">
              <p:cTn id="2" dur="indefinite" nodeType="mainSeq">
                <p:childTnLst>
                  <p:par>
                    <p:cTn id="74" fill="hold">
                      <p:stCondLst>
                        <p:cond delay="indefinite"/>
                        <p:cond evt="onBegin" delay="0">
                          <p:tn val="2"/>
                        </p:cond>
                      </p:stCondLst>
                      <p:childTnLst>
                        <p:par>
                          <p:cTn id="75" fill="hold">
                            <p:stCondLst>
                              <p:cond delay="0"/>
                            </p:stCondLst>
                            <p:childTnLst>
                              <p:par>
                                <p:cTn id="5" presetID="22" presetClass="entr" presetSubtype="1" fill="hold" nodeType="afterEffect">
                                  <p:stCondLst>
                                    <p:cond delay="150"/>
                                  </p:stCondLst>
                                  <p:childTnLst>
                                    <p:set>
                                      <p:cBhvr>
                                        <p:cTn id="3" dur="1" fill="hold">
                                          <p:stCondLst>
                                            <p:cond delay="0"/>
                                          </p:stCondLst>
                                        </p:cTn>
                                        <p:tgtEl>
                                          <p:spTgt spid="2"/>
                                        </p:tgtEl>
                                        <p:attrNameLst>
                                          <p:attrName>style.visibility</p:attrName>
                                        </p:attrNameLst>
                                      </p:cBhvr>
                                      <p:to>
                                        <p:strVal val="visible"/>
                                      </p:to>
                                    </p:set>
                                    <p:animEffect transition="in" filter="wipe(up)">
                                      <p:cBhvr>
                                        <p:cTn id="4" dur="1100"/>
                                        <p:tgtEl>
                                          <p:spTgt spid="2"/>
                                        </p:tgtEl>
                                      </p:cBhvr>
                                    </p:animEffect>
                                  </p:childTnLst>
                                </p:cTn>
                              </p:par>
                              <p:par>
                                <p:cTn id="8" presetID="22" presetClass="entr" presetSubtype="8" fill="hold" nodeType="withEffect">
                                  <p:stCondLst>
                                    <p:cond delay="45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200"/>
                                        <p:tgtEl>
                                          <p:spTgt spid="3"/>
                                        </p:tgtEl>
                                      </p:cBhvr>
                                    </p:animEffect>
                                  </p:childTnLst>
                                </p:cTn>
                              </p:par>
                              <p:par>
                                <p:cTn id="13" presetID="42" presetClass="entr" presetSubtype="0" fill="hold" nodeType="withEffect">
                                  <p:stCondLst>
                                    <p:cond delay="5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700"/>
                                        <p:tgtEl>
                                          <p:spTgt spid="4"/>
                                        </p:tgtEl>
                                      </p:cBhvr>
                                    </p:animEffect>
                                    <p:anim calcmode="lin" valueType="num">
                                      <p:cBhvr additive="base">
                                        <p:cTn id="11" dur="700" fill="hold" decel="100000"/>
                                        <p:tgtEl>
                                          <p:spTgt spid="4"/>
                                        </p:tgtEl>
                                        <p:attrNameLst>
                                          <p:attrName>ppt_x</p:attrName>
                                        </p:attrNameLst>
                                      </p:cBhvr>
                                      <p:tavLst>
                                        <p:tav tm="0">
                                          <p:val>
                                            <p:strVal val="#ppt_x"/>
                                          </p:val>
                                        </p:tav>
                                        <p:tav tm="100000">
                                          <p:val>
                                            <p:strVal val="#ppt_x"/>
                                          </p:val>
                                        </p:tav>
                                      </p:tavLst>
                                    </p:anim>
                                    <p:anim calcmode="lin" valueType="num">
                                      <p:cBhvr additive="base">
                                        <p:cTn id="12" dur="700" fill="hold" decel="100000"/>
                                        <p:tgtEl>
                                          <p:spTgt spid="4"/>
                                        </p:tgtEl>
                                        <p:attrNameLst>
                                          <p:attrName>ppt_y</p:attrName>
                                        </p:attrNameLst>
                                      </p:cBhvr>
                                      <p:tavLst>
                                        <p:tav tm="0">
                                          <p:val>
                                            <p:strVal val="#ppt_y+.04"/>
                                          </p:val>
                                        </p:tav>
                                        <p:tav tm="100000">
                                          <p:val>
                                            <p:strVal val="#ppt_y"/>
                                          </p:val>
                                        </p:tav>
                                      </p:tavLst>
                                    </p:anim>
                                  </p:childTnLst>
                                </p:cTn>
                              </p:par>
                              <p:par>
                                <p:cTn id="18" presetID="42" presetClass="entr" presetSubtype="0" fill="hold" nodeType="withEffect">
                                  <p:stCondLst>
                                    <p:cond delay="58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700"/>
                                        <p:tgtEl>
                                          <p:spTgt spid="5"/>
                                        </p:tgtEl>
                                      </p:cBhvr>
                                    </p:animEffect>
                                    <p:anim calcmode="lin" valueType="num">
                                      <p:cBhvr additive="base">
                                        <p:cTn id="16" dur="700" fill="hold" decel="100000"/>
                                        <p:tgtEl>
                                          <p:spTgt spid="5"/>
                                        </p:tgtEl>
                                        <p:attrNameLst>
                                          <p:attrName>ppt_x</p:attrName>
                                        </p:attrNameLst>
                                      </p:cBhvr>
                                      <p:tavLst>
                                        <p:tav tm="0">
                                          <p:val>
                                            <p:strVal val="#ppt_x"/>
                                          </p:val>
                                        </p:tav>
                                        <p:tav tm="100000">
                                          <p:val>
                                            <p:strVal val="#ppt_x"/>
                                          </p:val>
                                        </p:tav>
                                      </p:tavLst>
                                    </p:anim>
                                    <p:anim calcmode="lin" valueType="num">
                                      <p:cBhvr additive="base">
                                        <p:cTn id="17" dur="700" fill="hold" decel="100000"/>
                                        <p:tgtEl>
                                          <p:spTgt spid="5"/>
                                        </p:tgtEl>
                                        <p:attrNameLst>
                                          <p:attrName>ppt_y</p:attrName>
                                        </p:attrNameLst>
                                      </p:cBhvr>
                                      <p:tavLst>
                                        <p:tav tm="0">
                                          <p:val>
                                            <p:strVal val="#ppt_y+.04"/>
                                          </p:val>
                                        </p:tav>
                                        <p:tav tm="100000">
                                          <p:val>
                                            <p:strVal val="#ppt_y"/>
                                          </p:val>
                                        </p:tav>
                                      </p:tavLst>
                                    </p:anim>
                                  </p:childTnLst>
                                </p:cTn>
                              </p:par>
                              <p:par>
                                <p:cTn id="23" presetID="42" presetClass="entr" presetSubtype="0" fill="hold" nodeType="withEffect">
                                  <p:stCondLst>
                                    <p:cond delay="66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700"/>
                                        <p:tgtEl>
                                          <p:spTgt spid="6"/>
                                        </p:tgtEl>
                                      </p:cBhvr>
                                    </p:animEffect>
                                    <p:anim calcmode="lin" valueType="num">
                                      <p:cBhvr additive="base">
                                        <p:cTn id="21" dur="700" fill="hold" decel="100000"/>
                                        <p:tgtEl>
                                          <p:spTgt spid="6"/>
                                        </p:tgtEl>
                                        <p:attrNameLst>
                                          <p:attrName>ppt_x</p:attrName>
                                        </p:attrNameLst>
                                      </p:cBhvr>
                                      <p:tavLst>
                                        <p:tav tm="0">
                                          <p:val>
                                            <p:strVal val="#ppt_x"/>
                                          </p:val>
                                        </p:tav>
                                        <p:tav tm="100000">
                                          <p:val>
                                            <p:strVal val="#ppt_x"/>
                                          </p:val>
                                        </p:tav>
                                      </p:tavLst>
                                    </p:anim>
                                    <p:anim calcmode="lin" valueType="num">
                                      <p:cBhvr additive="base">
                                        <p:cTn id="22" dur="700" fill="hold" decel="100000"/>
                                        <p:tgtEl>
                                          <p:spTgt spid="6"/>
                                        </p:tgtEl>
                                        <p:attrNameLst>
                                          <p:attrName>ppt_y</p:attrName>
                                        </p:attrNameLst>
                                      </p:cBhvr>
                                      <p:tavLst>
                                        <p:tav tm="0">
                                          <p:val>
                                            <p:strVal val="#ppt_y+.04"/>
                                          </p:val>
                                        </p:tav>
                                        <p:tav tm="100000">
                                          <p:val>
                                            <p:strVal val="#ppt_y"/>
                                          </p:val>
                                        </p:tav>
                                      </p:tavLst>
                                    </p:anim>
                                  </p:childTnLst>
                                </p:cTn>
                              </p:par>
                              <p:par>
                                <p:cTn id="28" presetID="42" presetClass="entr" presetSubtype="0" fill="hold" nodeType="withEffect">
                                  <p:stCondLst>
                                    <p:cond delay="38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800"/>
                                        <p:tgtEl>
                                          <p:spTgt spid="7"/>
                                        </p:tgtEl>
                                      </p:cBhvr>
                                    </p:animEffect>
                                    <p:anim calcmode="lin" valueType="num">
                                      <p:cBhvr additive="base">
                                        <p:cTn id="26" dur="800" fill="hold" decel="100000"/>
                                        <p:tgtEl>
                                          <p:spTgt spid="7"/>
                                        </p:tgtEl>
                                        <p:attrNameLst>
                                          <p:attrName>ppt_x</p:attrName>
                                        </p:attrNameLst>
                                      </p:cBhvr>
                                      <p:tavLst>
                                        <p:tav tm="0">
                                          <p:val>
                                            <p:strVal val="#ppt_x"/>
                                          </p:val>
                                        </p:tav>
                                        <p:tav tm="100000">
                                          <p:val>
                                            <p:strVal val="#ppt_x"/>
                                          </p:val>
                                        </p:tav>
                                      </p:tavLst>
                                    </p:anim>
                                    <p:anim calcmode="lin" valueType="num">
                                      <p:cBhvr additive="base">
                                        <p:cTn id="27" dur="800" fill="hold" decel="100000"/>
                                        <p:tgtEl>
                                          <p:spTgt spid="7"/>
                                        </p:tgtEl>
                                        <p:attrNameLst>
                                          <p:attrName>ppt_y</p:attrName>
                                        </p:attrNameLst>
                                      </p:cBhvr>
                                      <p:tavLst>
                                        <p:tav tm="0">
                                          <p:val>
                                            <p:strVal val="#ppt_y+.04"/>
                                          </p:val>
                                        </p:tav>
                                        <p:tav tm="100000">
                                          <p:val>
                                            <p:strVal val="#ppt_y"/>
                                          </p:val>
                                        </p:tav>
                                      </p:tavLst>
                                    </p:anim>
                                  </p:childTnLst>
                                </p:cTn>
                              </p:par>
                              <p:par>
                                <p:cTn id="33" presetID="42" presetClass="entr" presetSubtype="0" fill="hold" nodeType="withEffect">
                                  <p:stCondLst>
                                    <p:cond delay="74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700"/>
                                        <p:tgtEl>
                                          <p:spTgt spid="8"/>
                                        </p:tgtEl>
                                      </p:cBhvr>
                                    </p:animEffect>
                                    <p:anim calcmode="lin" valueType="num">
                                      <p:cBhvr additive="base">
                                        <p:cTn id="31" dur="700" fill="hold" decel="100000"/>
                                        <p:tgtEl>
                                          <p:spTgt spid="8"/>
                                        </p:tgtEl>
                                        <p:attrNameLst>
                                          <p:attrName>ppt_x</p:attrName>
                                        </p:attrNameLst>
                                      </p:cBhvr>
                                      <p:tavLst>
                                        <p:tav tm="0">
                                          <p:val>
                                            <p:strVal val="#ppt_x"/>
                                          </p:val>
                                        </p:tav>
                                        <p:tav tm="100000">
                                          <p:val>
                                            <p:strVal val="#ppt_x"/>
                                          </p:val>
                                        </p:tav>
                                      </p:tavLst>
                                    </p:anim>
                                    <p:anim calcmode="lin" valueType="num">
                                      <p:cBhvr additive="base">
                                        <p:cTn id="32" dur="700" fill="hold" decel="100000"/>
                                        <p:tgtEl>
                                          <p:spTgt spid="8"/>
                                        </p:tgtEl>
                                        <p:attrNameLst>
                                          <p:attrName>ppt_y</p:attrName>
                                        </p:attrNameLst>
                                      </p:cBhvr>
                                      <p:tavLst>
                                        <p:tav tm="0">
                                          <p:val>
                                            <p:strVal val="#ppt_y+.04"/>
                                          </p:val>
                                        </p:tav>
                                        <p:tav tm="100000">
                                          <p:val>
                                            <p:strVal val="#ppt_y"/>
                                          </p:val>
                                        </p:tav>
                                      </p:tavLst>
                                    </p:anim>
                                  </p:childTnLst>
                                </p:cTn>
                              </p:par>
                              <p:par>
                                <p:cTn id="38" presetID="42" presetClass="entr" presetSubtype="0" fill="hold" nodeType="withEffect">
                                  <p:stCondLst>
                                    <p:cond delay="47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800"/>
                                        <p:tgtEl>
                                          <p:spTgt spid="9"/>
                                        </p:tgtEl>
                                      </p:cBhvr>
                                    </p:animEffect>
                                    <p:anim calcmode="lin" valueType="num">
                                      <p:cBhvr additive="base">
                                        <p:cTn id="36" dur="800" fill="hold" decel="100000"/>
                                        <p:tgtEl>
                                          <p:spTgt spid="9"/>
                                        </p:tgtEl>
                                        <p:attrNameLst>
                                          <p:attrName>ppt_x</p:attrName>
                                        </p:attrNameLst>
                                      </p:cBhvr>
                                      <p:tavLst>
                                        <p:tav tm="0">
                                          <p:val>
                                            <p:strVal val="#ppt_x"/>
                                          </p:val>
                                        </p:tav>
                                        <p:tav tm="100000">
                                          <p:val>
                                            <p:strVal val="#ppt_x"/>
                                          </p:val>
                                        </p:tav>
                                      </p:tavLst>
                                    </p:anim>
                                    <p:anim calcmode="lin" valueType="num">
                                      <p:cBhvr additive="base">
                                        <p:cTn id="37" dur="800" fill="hold" decel="100000"/>
                                        <p:tgtEl>
                                          <p:spTgt spid="9"/>
                                        </p:tgtEl>
                                        <p:attrNameLst>
                                          <p:attrName>ppt_y</p:attrName>
                                        </p:attrNameLst>
                                      </p:cBhvr>
                                      <p:tavLst>
                                        <p:tav tm="0">
                                          <p:val>
                                            <p:strVal val="#ppt_y+.04"/>
                                          </p:val>
                                        </p:tav>
                                        <p:tav tm="100000">
                                          <p:val>
                                            <p:strVal val="#ppt_y"/>
                                          </p:val>
                                        </p:tav>
                                      </p:tavLst>
                                    </p:anim>
                                  </p:childTnLst>
                                </p:cTn>
                              </p:par>
                              <p:par>
                                <p:cTn id="43" presetID="42" presetClass="entr" presetSubtype="0" fill="hold" nodeType="withEffect">
                                  <p:stCondLst>
                                    <p:cond delay="82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700"/>
                                        <p:tgtEl>
                                          <p:spTgt spid="10"/>
                                        </p:tgtEl>
                                      </p:cBhvr>
                                    </p:animEffect>
                                    <p:anim calcmode="lin" valueType="num">
                                      <p:cBhvr additive="base">
                                        <p:cTn id="41" dur="700" fill="hold" decel="100000"/>
                                        <p:tgtEl>
                                          <p:spTgt spid="10"/>
                                        </p:tgtEl>
                                        <p:attrNameLst>
                                          <p:attrName>ppt_x</p:attrName>
                                        </p:attrNameLst>
                                      </p:cBhvr>
                                      <p:tavLst>
                                        <p:tav tm="0">
                                          <p:val>
                                            <p:strVal val="#ppt_x"/>
                                          </p:val>
                                        </p:tav>
                                        <p:tav tm="100000">
                                          <p:val>
                                            <p:strVal val="#ppt_x"/>
                                          </p:val>
                                        </p:tav>
                                      </p:tavLst>
                                    </p:anim>
                                    <p:anim calcmode="lin" valueType="num">
                                      <p:cBhvr additive="base">
                                        <p:cTn id="42" dur="700" fill="hold" decel="100000"/>
                                        <p:tgtEl>
                                          <p:spTgt spid="10"/>
                                        </p:tgtEl>
                                        <p:attrNameLst>
                                          <p:attrName>ppt_y</p:attrName>
                                        </p:attrNameLst>
                                      </p:cBhvr>
                                      <p:tavLst>
                                        <p:tav tm="0">
                                          <p:val>
                                            <p:strVal val="#ppt_y+.04"/>
                                          </p:val>
                                        </p:tav>
                                        <p:tav tm="100000">
                                          <p:val>
                                            <p:strVal val="#ppt_y"/>
                                          </p:val>
                                        </p:tav>
                                      </p:tavLst>
                                    </p:anim>
                                  </p:childTnLst>
                                </p:cTn>
                              </p:par>
                              <p:par>
                                <p:cTn id="48" presetID="42" presetClass="entr" presetSubtype="0" fill="hold" nodeType="withEffect">
                                  <p:stCondLst>
                                    <p:cond delay="560"/>
                                  </p:stCondLst>
                                  <p:childTnLst>
                                    <p:set>
                                      <p:cBhvr>
                                        <p:cTn id="44" dur="1" fill="hold">
                                          <p:stCondLst>
                                            <p:cond delay="0"/>
                                          </p:stCondLst>
                                        </p:cTn>
                                        <p:tgtEl>
                                          <p:spTgt spid="11"/>
                                        </p:tgtEl>
                                        <p:attrNameLst>
                                          <p:attrName>style.visibility</p:attrName>
                                        </p:attrNameLst>
                                      </p:cBhvr>
                                      <p:to>
                                        <p:strVal val="visible"/>
                                      </p:to>
                                    </p:set>
                                    <p:animEffect transition="in" filter="fade">
                                      <p:cBhvr>
                                        <p:cTn id="45" dur="800"/>
                                        <p:tgtEl>
                                          <p:spTgt spid="11"/>
                                        </p:tgtEl>
                                      </p:cBhvr>
                                    </p:animEffect>
                                    <p:anim calcmode="lin" valueType="num">
                                      <p:cBhvr additive="base">
                                        <p:cTn id="46" dur="800" fill="hold" decel="100000"/>
                                        <p:tgtEl>
                                          <p:spTgt spid="11"/>
                                        </p:tgtEl>
                                        <p:attrNameLst>
                                          <p:attrName>ppt_x</p:attrName>
                                        </p:attrNameLst>
                                      </p:cBhvr>
                                      <p:tavLst>
                                        <p:tav tm="0">
                                          <p:val>
                                            <p:strVal val="#ppt_x"/>
                                          </p:val>
                                        </p:tav>
                                        <p:tav tm="100000">
                                          <p:val>
                                            <p:strVal val="#ppt_x"/>
                                          </p:val>
                                        </p:tav>
                                      </p:tavLst>
                                    </p:anim>
                                    <p:anim calcmode="lin" valueType="num">
                                      <p:cBhvr additive="base">
                                        <p:cTn id="47" dur="800" fill="hold" decel="100000"/>
                                        <p:tgtEl>
                                          <p:spTgt spid="11"/>
                                        </p:tgtEl>
                                        <p:attrNameLst>
                                          <p:attrName>ppt_y</p:attrName>
                                        </p:attrNameLst>
                                      </p:cBhvr>
                                      <p:tavLst>
                                        <p:tav tm="0">
                                          <p:val>
                                            <p:strVal val="#ppt_y+.04"/>
                                          </p:val>
                                        </p:tav>
                                        <p:tav tm="100000">
                                          <p:val>
                                            <p:strVal val="#ppt_y"/>
                                          </p:val>
                                        </p:tav>
                                      </p:tavLst>
                                    </p:anim>
                                  </p:childTnLst>
                                </p:cTn>
                              </p:par>
                              <p:par>
                                <p:cTn id="53" presetID="42" presetClass="entr" presetSubtype="0" fill="hold" nodeType="withEffect">
                                  <p:stCondLst>
                                    <p:cond delay="900"/>
                                  </p:stCondLst>
                                  <p:childTnLst>
                                    <p:set>
                                      <p:cBhvr>
                                        <p:cTn id="49" dur="1" fill="hold">
                                          <p:stCondLst>
                                            <p:cond delay="0"/>
                                          </p:stCondLst>
                                        </p:cTn>
                                        <p:tgtEl>
                                          <p:spTgt spid="12"/>
                                        </p:tgtEl>
                                        <p:attrNameLst>
                                          <p:attrName>style.visibility</p:attrName>
                                        </p:attrNameLst>
                                      </p:cBhvr>
                                      <p:to>
                                        <p:strVal val="visible"/>
                                      </p:to>
                                    </p:set>
                                    <p:animEffect transition="in" filter="fade">
                                      <p:cBhvr>
                                        <p:cTn id="50" dur="700"/>
                                        <p:tgtEl>
                                          <p:spTgt spid="12"/>
                                        </p:tgtEl>
                                      </p:cBhvr>
                                    </p:animEffect>
                                    <p:anim calcmode="lin" valueType="num">
                                      <p:cBhvr additive="base">
                                        <p:cTn id="51" dur="700" fill="hold" decel="100000"/>
                                        <p:tgtEl>
                                          <p:spTgt spid="12"/>
                                        </p:tgtEl>
                                        <p:attrNameLst>
                                          <p:attrName>ppt_x</p:attrName>
                                        </p:attrNameLst>
                                      </p:cBhvr>
                                      <p:tavLst>
                                        <p:tav tm="0">
                                          <p:val>
                                            <p:strVal val="#ppt_x"/>
                                          </p:val>
                                        </p:tav>
                                        <p:tav tm="100000">
                                          <p:val>
                                            <p:strVal val="#ppt_x"/>
                                          </p:val>
                                        </p:tav>
                                      </p:tavLst>
                                    </p:anim>
                                    <p:anim calcmode="lin" valueType="num">
                                      <p:cBhvr additive="base">
                                        <p:cTn id="52" dur="700" fill="hold" decel="100000"/>
                                        <p:tgtEl>
                                          <p:spTgt spid="12"/>
                                        </p:tgtEl>
                                        <p:attrNameLst>
                                          <p:attrName>ppt_y</p:attrName>
                                        </p:attrNameLst>
                                      </p:cBhvr>
                                      <p:tavLst>
                                        <p:tav tm="0">
                                          <p:val>
                                            <p:strVal val="#ppt_y+.04"/>
                                          </p:val>
                                        </p:tav>
                                        <p:tav tm="100000">
                                          <p:val>
                                            <p:strVal val="#ppt_y"/>
                                          </p:val>
                                        </p:tav>
                                      </p:tavLst>
                                    </p:anim>
                                  </p:childTnLst>
                                </p:cTn>
                              </p:par>
                              <p:par>
                                <p:cTn id="58" presetID="42" presetClass="entr" presetSubtype="0" fill="hold" nodeType="withEffect">
                                  <p:stCondLst>
                                    <p:cond delay="98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700"/>
                                        <p:tgtEl>
                                          <p:spTgt spid="13"/>
                                        </p:tgtEl>
                                      </p:cBhvr>
                                    </p:animEffect>
                                    <p:anim calcmode="lin" valueType="num">
                                      <p:cBhvr additive="base">
                                        <p:cTn id="56" dur="700" fill="hold" decel="100000"/>
                                        <p:tgtEl>
                                          <p:spTgt spid="13"/>
                                        </p:tgtEl>
                                        <p:attrNameLst>
                                          <p:attrName>ppt_x</p:attrName>
                                        </p:attrNameLst>
                                      </p:cBhvr>
                                      <p:tavLst>
                                        <p:tav tm="0">
                                          <p:val>
                                            <p:strVal val="#ppt_x"/>
                                          </p:val>
                                        </p:tav>
                                        <p:tav tm="100000">
                                          <p:val>
                                            <p:strVal val="#ppt_x"/>
                                          </p:val>
                                        </p:tav>
                                      </p:tavLst>
                                    </p:anim>
                                    <p:anim calcmode="lin" valueType="num">
                                      <p:cBhvr additive="base">
                                        <p:cTn id="57" dur="700" fill="hold" decel="100000"/>
                                        <p:tgtEl>
                                          <p:spTgt spid="13"/>
                                        </p:tgtEl>
                                        <p:attrNameLst>
                                          <p:attrName>ppt_y</p:attrName>
                                        </p:attrNameLst>
                                      </p:cBhvr>
                                      <p:tavLst>
                                        <p:tav tm="0">
                                          <p:val>
                                            <p:strVal val="#ppt_y+.04"/>
                                          </p:val>
                                        </p:tav>
                                        <p:tav tm="100000">
                                          <p:val>
                                            <p:strVal val="#ppt_y"/>
                                          </p:val>
                                        </p:tav>
                                      </p:tavLst>
                                    </p:anim>
                                  </p:childTnLst>
                                </p:cTn>
                              </p:par>
                              <p:par>
                                <p:cTn id="63" presetID="42" presetClass="entr" presetSubtype="0" fill="hold" nodeType="withEffect">
                                  <p:stCondLst>
                                    <p:cond delay="1060"/>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700"/>
                                        <p:tgtEl>
                                          <p:spTgt spid="14"/>
                                        </p:tgtEl>
                                      </p:cBhvr>
                                    </p:animEffect>
                                    <p:anim calcmode="lin" valueType="num">
                                      <p:cBhvr additive="base">
                                        <p:cTn id="61" dur="700" fill="hold" decel="100000"/>
                                        <p:tgtEl>
                                          <p:spTgt spid="14"/>
                                        </p:tgtEl>
                                        <p:attrNameLst>
                                          <p:attrName>ppt_x</p:attrName>
                                        </p:attrNameLst>
                                      </p:cBhvr>
                                      <p:tavLst>
                                        <p:tav tm="0">
                                          <p:val>
                                            <p:strVal val="#ppt_x"/>
                                          </p:val>
                                        </p:tav>
                                        <p:tav tm="100000">
                                          <p:val>
                                            <p:strVal val="#ppt_x"/>
                                          </p:val>
                                        </p:tav>
                                      </p:tavLst>
                                    </p:anim>
                                    <p:anim calcmode="lin" valueType="num">
                                      <p:cBhvr additive="base">
                                        <p:cTn id="62" dur="700" fill="hold" decel="100000"/>
                                        <p:tgtEl>
                                          <p:spTgt spid="14"/>
                                        </p:tgtEl>
                                        <p:attrNameLst>
                                          <p:attrName>ppt_y</p:attrName>
                                        </p:attrNameLst>
                                      </p:cBhvr>
                                      <p:tavLst>
                                        <p:tav tm="0">
                                          <p:val>
                                            <p:strVal val="#ppt_y+.04"/>
                                          </p:val>
                                        </p:tav>
                                        <p:tav tm="100000">
                                          <p:val>
                                            <p:strVal val="#ppt_y"/>
                                          </p:val>
                                        </p:tav>
                                      </p:tavLst>
                                    </p:anim>
                                  </p:childTnLst>
                                </p:cTn>
                              </p:par>
                              <p:par>
                                <p:cTn id="68" presetID="42" presetClass="entr" presetSubtype="0" fill="hold" nodeType="withEffect">
                                  <p:stCondLst>
                                    <p:cond delay="1140"/>
                                  </p:stCondLst>
                                  <p:childTnLst>
                                    <p:set>
                                      <p:cBhvr>
                                        <p:cTn id="64" dur="1" fill="hold">
                                          <p:stCondLst>
                                            <p:cond delay="0"/>
                                          </p:stCondLst>
                                        </p:cTn>
                                        <p:tgtEl>
                                          <p:spTgt spid="15"/>
                                        </p:tgtEl>
                                        <p:attrNameLst>
                                          <p:attrName>style.visibility</p:attrName>
                                        </p:attrNameLst>
                                      </p:cBhvr>
                                      <p:to>
                                        <p:strVal val="visible"/>
                                      </p:to>
                                    </p:set>
                                    <p:animEffect transition="in" filter="fade">
                                      <p:cBhvr>
                                        <p:cTn id="65" dur="700"/>
                                        <p:tgtEl>
                                          <p:spTgt spid="15"/>
                                        </p:tgtEl>
                                      </p:cBhvr>
                                    </p:animEffect>
                                    <p:anim calcmode="lin" valueType="num">
                                      <p:cBhvr additive="base">
                                        <p:cTn id="66" dur="700" fill="hold" decel="100000"/>
                                        <p:tgtEl>
                                          <p:spTgt spid="15"/>
                                        </p:tgtEl>
                                        <p:attrNameLst>
                                          <p:attrName>ppt_x</p:attrName>
                                        </p:attrNameLst>
                                      </p:cBhvr>
                                      <p:tavLst>
                                        <p:tav tm="0">
                                          <p:val>
                                            <p:strVal val="#ppt_x"/>
                                          </p:val>
                                        </p:tav>
                                        <p:tav tm="100000">
                                          <p:val>
                                            <p:strVal val="#ppt_x"/>
                                          </p:val>
                                        </p:tav>
                                      </p:tavLst>
                                    </p:anim>
                                    <p:anim calcmode="lin" valueType="num">
                                      <p:cBhvr additive="base">
                                        <p:cTn id="67" dur="700" fill="hold" decel="100000"/>
                                        <p:tgtEl>
                                          <p:spTgt spid="15"/>
                                        </p:tgtEl>
                                        <p:attrNameLst>
                                          <p:attrName>ppt_y</p:attrName>
                                        </p:attrNameLst>
                                      </p:cBhvr>
                                      <p:tavLst>
                                        <p:tav tm="0">
                                          <p:val>
                                            <p:strVal val="#ppt_y+.04"/>
                                          </p:val>
                                        </p:tav>
                                        <p:tav tm="100000">
                                          <p:val>
                                            <p:strVal val="#ppt_y"/>
                                          </p:val>
                                        </p:tav>
                                      </p:tavLst>
                                    </p:anim>
                                  </p:childTnLst>
                                </p:cTn>
                              </p:par>
                              <p:par>
                                <p:cTn id="73" presetID="42" presetClass="entr" presetSubtype="0" fill="hold" nodeType="withEffect">
                                  <p:stCondLst>
                                    <p:cond delay="1220"/>
                                  </p:stCondLst>
                                  <p:childTnLst>
                                    <p:set>
                                      <p:cBhvr>
                                        <p:cTn id="69" dur="1" fill="hold">
                                          <p:stCondLst>
                                            <p:cond delay="0"/>
                                          </p:stCondLst>
                                        </p:cTn>
                                        <p:tgtEl>
                                          <p:spTgt spid="16"/>
                                        </p:tgtEl>
                                        <p:attrNameLst>
                                          <p:attrName>style.visibility</p:attrName>
                                        </p:attrNameLst>
                                      </p:cBhvr>
                                      <p:to>
                                        <p:strVal val="visible"/>
                                      </p:to>
                                    </p:set>
                                    <p:animEffect transition="in" filter="fade">
                                      <p:cBhvr>
                                        <p:cTn id="70" dur="700"/>
                                        <p:tgtEl>
                                          <p:spTgt spid="16"/>
                                        </p:tgtEl>
                                      </p:cBhvr>
                                    </p:animEffect>
                                    <p:anim calcmode="lin" valueType="num">
                                      <p:cBhvr additive="base">
                                        <p:cTn id="71" dur="700" fill="hold" decel="100000"/>
                                        <p:tgtEl>
                                          <p:spTgt spid="16"/>
                                        </p:tgtEl>
                                        <p:attrNameLst>
                                          <p:attrName>ppt_x</p:attrName>
                                        </p:attrNameLst>
                                      </p:cBhvr>
                                      <p:tavLst>
                                        <p:tav tm="0">
                                          <p:val>
                                            <p:strVal val="#ppt_x"/>
                                          </p:val>
                                        </p:tav>
                                        <p:tav tm="100000">
                                          <p:val>
                                            <p:strVal val="#ppt_x"/>
                                          </p:val>
                                        </p:tav>
                                      </p:tavLst>
                                    </p:anim>
                                    <p:anim calcmode="lin" valueType="num">
                                      <p:cBhvr additive="base">
                                        <p:cTn id="72" dur="700" fill="hold" decel="100000"/>
                                        <p:tgtEl>
                                          <p:spTgt spid="1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Velkommen til Danmark</dc:title>
  <dc:subject>PptxGenJS Presentation</dc:subject>
  <dc:creator>ISA, International Student Ambassadors at CBS</dc:creator>
  <cp:lastModifiedBy>ISA, International Student Ambassadors at CBS</cp:lastModifiedBy>
  <cp:revision>1</cp:revision>
  <dcterms:created xsi:type="dcterms:W3CDTF">2026-10-29T12:14:12Z</dcterms:created>
  <dcterms:modified xsi:type="dcterms:W3CDTF">2026-10-29T12:14:12Z</dcterms:modified>
</cp:coreProperties>
</file>